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589b5dc084c59" /><Relationship Type="http://schemas.openxmlformats.org/officeDocument/2006/relationships/extended-properties" Target="/docProps/app.xml" Id="R6a193749075c4ba3" /><Relationship Type="http://schemas.openxmlformats.org/officeDocument/2006/relationships/officeDocument" Target="/ppt/presentation.xml" Id="Rcac63c5bdbc6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c7065f7ee4c85"/>
  </p:sldMasterIdLst>
  <p:notesMasterIdLst>
    <p:notesMasterId xmlns:r="http://schemas.openxmlformats.org/officeDocument/2006/relationships" r:id="Rabe63f3a2c0345d2"/>
  </p:notesMasterIdLst>
  <p:sldIdLst>
    <p:sldId xmlns:r="http://schemas.openxmlformats.org/officeDocument/2006/relationships" id="256" r:id="R8f78b8bfb8234d18"/>
  </p:sldIdLst>
  <p:sldSz cx="121920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ae573e6984468a" /><Relationship Type="http://schemas.openxmlformats.org/officeDocument/2006/relationships/slideMaster" Target="/ppt/slideMasters/slideMaster1.xml" Id="R2afc7065f7ee4c85" /><Relationship Type="http://schemas.openxmlformats.org/officeDocument/2006/relationships/notesMaster" Target="/ppt/notesMasters/notesMaster1.xml" Id="Rabe63f3a2c0345d2" /><Relationship Type="http://schemas.openxmlformats.org/officeDocument/2006/relationships/presProps" Target="/ppt/presProps.xml" Id="R251e2891f24346ed" /><Relationship Type="http://schemas.openxmlformats.org/officeDocument/2006/relationships/tableStyles" Target="/ppt/tableStyles.xml" Id="Rd52d9734acdf4668" /><Relationship Type="http://schemas.openxmlformats.org/officeDocument/2006/relationships/slide" Target="/ppt/slides/slide1.xml" Id="R8f78b8bfb823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685af9b85742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ff5212dd594cc0" /><Relationship Type="http://schemas.openxmlformats.org/officeDocument/2006/relationships/notesMaster" Target="/ppt/notesMasters/notesMaster1.xml" Id="Rd61fbf79d60c400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{"display_revision_only": true, "frames": [17, 18, 19], "tracks": [3, 48, 52], "source": "Franke et al., hierarchically aggregated satellite FRP, supplied 10 km cells", "source_sha256": {"/Users/lele/Desktop/MergeTreeMaps/RG-MTM/data/real/wildfire/wildfire.json": "2a8dd31bf6d222d7de673c7e7b2af94550660f1996b0a5db256d97f2b9c2ed9f", "/Users/lele/Desktop/MergeTreeMaps/RG-MTM/code/results/real_case_studies/evidence/wildfire.npz": "1bb6b2e907b8be9e4dd424ade3b3e68adbb70c806c675b08bc0ee99f65f93feb", "/Users/lele/Desktop/MergeTreeMaps/RG-MTM/code/results/real_case_studies/evidence/wildfire.json": "3d5f4cc0341749201e376f17191e6ab933a5906185626aaf6774d7adab099c80", "/Users/lele/Desktop/MergeTreeMaps/RG-MTM/code/results/real_case_studies/evidence/wildfire_event.json": "bc9a741be36faa9f21efd18c6bad53f36891d659b9e8b1d4de5f2626cd34f5b5", "/Users/lele/Desktop/MergeTreeMaps/RG-MTM/data/geo/wildfire_context/australia_admin1.geojson": "9baf965a96eef53004360b17e4ea2e3a85d1de83ee3c3eaedb31f0e0a8942b4e", "/Users/lele/Desktop/MergeTreeMaps/RG-MTM/data/geo/wildfire_context/source.json": "6734fd56bb68b2ee150c12b338c9b7f2941f55f79f2ed82a013d38662b076ba5"}, "projection": {"type": "existing equirectangular coordinates", "cos_phi0": 0.8428449975274017, "x0_km": 13160.951216013425, "y0_km": -4274.791808586651, "side_km": 1298.3527628070003, "extent_lonlat": [[140.2705074543924, -38.661407330981746], [154.10845867118266, -26.919047171743248]]}, "analysis": {"grid": 64, "cell_km": 20.28676191885938, "sigma_cells": 2.5, "sigma_km": 50.71690479714845, "background": "1e-3 * ptp(smoothed) * Gaussian(raw_log, sigma=16, truncate=50) / maximum", "raw_grid_exact": true, "processed_exact": true}, "snapshots": [{"frame": 17, "date_start": "2019-12-05", "date_end": "2019-12-06", "positive_source_cells": 283, "positive_64_grid_cells": 141}, {"frame": 18, "date_start": "2019-12-07", "date_end": "2019-12-08", "positive_source_cells": 221, "positive_64_grid_cells": 120}, {"frame": 19, "date_start": "2019-12-09", "date_end": "2019-12-10", "positive_source_cells": 206, "positive_64_grid_cells": 111}], "source_color_range": [0, 12.050886763399191], "analysis_color_range": [0, 4.207268782981147], "markers": [{"frame": 17, "analysis": false, "label": "A", "track": 3, "layout_xy": [105.9375, 90.9375], "lonlat": [152.48682376296503, -29.76290002280882], "slide_xy": [254.21875, 388.28125]}, {"frame": 17, "analysis": false, "label": "B", "track": 48, "layout_xy": [66.5625, 12.1875], "lonlat": [147.94624601995574, -37.468823877309084], "slide_xy": [182.03125, 532.65625]}, {"frame": 17, "analysis": false, "label": "C", "track": 52, "layout_xy": [40.3125, 96.5625], "lonlat": [144.91919419128286, -29.21247689034452], "slide_xy": [133.90625, 377.96875]}, {"frame": 18, "analysis": false, "label": "A", "track": 3, "layout_xy": [105.9375, 92.8125], "lonlat": [152.48682376296503, -29.579425645320722], "slide_xy": [537.21875, 384.84375]}, {"frame": 18, "analysis": false, "label": "B", "track": 48, "layout_xy": [66.5625, 12.1875], "lonlat": [147.94624601995574, -37.468823877309084], "slide_xy": [465.03125, 532.65625]}, {"frame": 18, "analysis": false, "label": "C", "track": 52, "layout_xy": [40.3125, 96.5625], "lonlat": [144.91919419128286, -29.21247689034452], "slide_xy": [416.90625, 377.96875]}, {"frame": 19, "analysis": false, "label": "A", "track": 3, "layout_xy": [102.1875, 77.8125], "lonlat": [152.05438778744036, -31.04722066522553], "slide_xy": [813.34375, 412.34375]}, {"frame": 19, "analysis": false, "label": "B", "track": 48, "layout_xy": [66.5625, 12.1875], "lonlat": [147.94624601995574, -37.468823877309084], "slide_xy": [748.03125, 532.65625]}, {"frame": 19, "analysis": false, "label": "C", "track": 52, "layout_xy": [40.3125, 96.5625], "lonlat": [144.91919419128286, -29.21247689034452], "slide_xy": [699.90625, 377.96875]}, {"frame": 17, "analysis": true, "label": "A", "track": 3, "layout_xy": [105.9375, 90.9375], "lonlat": [152.48682376296503, -29.76290002280882], "slide_xy": [254.21875, 733.28125]}, {"frame": 17, "analysis": true, "label": "B", "track": 48, "layout_xy": [66.5625, 12.1875], "lonlat": [147.94624601995574, -37.468823877309084], "slide_xy": [182.03125, 877.65625]}, {"frame": 17, "analysis": true, "label": "C", "track": 52, "layout_xy": [40.3125, 96.5625], "lonlat": [144.91919419128286, -29.21247689034452], "slide_xy": [133.90625, 722.96875]}, {"frame": 18, "analysis": true, "label": "A", "track": 3, "layout_xy": [105.9375, 92.8125], "lonlat": [152.48682376296503, -29.579425645320722], "slide_xy": [537.21875, 729.84375]}, {"frame": 18, "analysis": true, "label": "B", "track": 48, "layout_xy": [66.5625, 12.1875], "lonlat": [147.94624601995574, -37.468823877309084], "slide_xy": [465.03125, 877.65625]}, {"frame": 18, "analysis": true, "label": "C", "track": 52, "layout_xy": [40.3125, 96.5625], "lonlat": [144.91919419128286, -29.21247689034452], "slide_xy": [416.90625, 722.96875]}, {"frame": 19, "analysis": true, "label": "A", "track": 3, "layout_xy": [102.1875, 77.8125], "lonlat": [152.05438778744036, -31.04722066522553], "slide_xy": [813.34375, 757.34375]}, {"frame": 19, "analysis": true, "label": "B", "track": 48, "layout_xy": [66.5625, 12.1875], "lonlat": [147.94624601995574, -37.468823877309084], "slide_xy": [748.03125, 877.65625]}, {"frame": 19, "analysis": true, "label": "C", "track": 52, "layout_xy": [40.3125, 96.5625], "lonlat": [144.91919419128286, -29.21247689034452], "slide_xy": [699.90625, 722.96875]}], "pairs": [{"pair": "AB", "source": 0.060799693879450493, "P": 0.060799693879450493, "R": -0.5742620829234841}, {"pair": "AC", "source": 0.0036173000043960707, "P": 0.0036173000043960707, "R": 0.0011437994999446977}, {"pair": "BC", "source": 0.0036173000043960707, "P": 0.0036173000043960707, "R": -0.5742620829234841}], "interpretation": "Actual supplied cell polygons, no interpolation of source observations. Analysis smoothing is explicitly separate. Zero source cells are omitted. No fire boundary or burned area is inferred.", "basemap_source": {"source": "https://raw.githubusercontent.com/nvkelso/natural-earth-vector/master/geojson/ne_10m_admin_1_states_provinces.geojson", "description": "Natural Earth 1:10m admin-1 polygons, Australia subset", "license": "public domain", "download_sha256": "22d0e3ad85eb3e27f17cabf8ba2d50e554fbc27a87796ff891d958185da62fb5", "subset_sha256": "9baf965a96eef53004360b17e4ea2e3a85d1de83ee3c3eaedb31f0e0a8942b4e", "features": 11}}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54458e19e44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0081cf4b74b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03632348b42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d57795ed74f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12138d5db4f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e4034f88f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113AE-A485-4DA7-AC39-CA79BD8E0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706283"/>
            <a:ext cx="9753600" cy="141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7E6753-24E4-438F-A013-3CBA8D422A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5395913"/>
            <a:ext cx="8534400" cy="109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D3FE5C-6113-4D6A-82BF-48ACCA2CD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4087813"/>
            <a:ext cx="9753600" cy="16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FDA7E7-4AD5-4CAE-83FE-63DF90F64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63058"/>
            <a:ext cx="10820400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765B86-C61B-4C01-A696-B9817B9D84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725208"/>
            <a:ext cx="10820400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079DB9-DDEF-4A49-A863-86D98956F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63058"/>
            <a:ext cx="10820400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F98914-DDDF-44FD-B7DB-781585D46C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725208"/>
            <a:ext cx="5029200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A7C2E1-686A-4122-8321-F2997AAE79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725208"/>
            <a:ext cx="5029200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D8ECA7-0FA7-488A-BD69-69E41B36D4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63058"/>
            <a:ext cx="10820400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9C37BA-D961-47DE-BE9E-BE2FB3892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725208"/>
            <a:ext cx="5029200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4e0f9765b4227" /><Relationship Type="http://schemas.openxmlformats.org/officeDocument/2006/relationships/slideLayout" Target="/ppt/slideLayouts/slideLayout1.xml" Id="R316ce632ac794823" /><Relationship Type="http://schemas.openxmlformats.org/officeDocument/2006/relationships/slideLayout" Target="/ppt/slideLayouts/slideLayout2.xml" Id="R2beeda93d09b4687" /><Relationship Type="http://schemas.openxmlformats.org/officeDocument/2006/relationships/slideLayout" Target="/ppt/slideLayouts/slideLayout3.xml" Id="R0d8360a209464fcf" /><Relationship Type="http://schemas.openxmlformats.org/officeDocument/2006/relationships/slideLayout" Target="/ppt/slideLayouts/slideLayout4.xml" Id="Rc3d026e9cf934441" /><Relationship Type="http://schemas.openxmlformats.org/officeDocument/2006/relationships/slideLayout" Target="/ppt/slideLayouts/slideLayout5.xml" Id="R2072dde3be93418b" /><Relationship Type="http://schemas.openxmlformats.org/officeDocument/2006/relationships/slideLayout" Target="/ppt/slideLayouts/slideLayout6.xml" Id="R726c4ffd76884f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6ce632ac794823"/>
    <p:sldLayoutId xmlns:r="http://schemas.openxmlformats.org/officeDocument/2006/relationships" id="2147483650" r:id="R2beeda93d09b4687"/>
    <p:sldLayoutId xmlns:r="http://schemas.openxmlformats.org/officeDocument/2006/relationships" id="2147483651" r:id="R0d8360a209464fcf"/>
    <p:sldLayoutId xmlns:r="http://schemas.openxmlformats.org/officeDocument/2006/relationships" id="2147483652" r:id="Rc3d026e9cf934441"/>
    <p:sldLayoutId xmlns:r="http://schemas.openxmlformats.org/officeDocument/2006/relationships" id="2147483653" r:id="R2072dde3be93418b"/>
    <p:sldLayoutId xmlns:r="http://schemas.openxmlformats.org/officeDocument/2006/relationships" id="2147483654" r:id="R726c4ffd76884f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7467d7a3dc34bea" /><Relationship Type="http://schemas.openxmlformats.org/officeDocument/2006/relationships/image" Target="/ppt/media/image.png" Id="R253f900e88144a64" /><Relationship Type="http://schemas.openxmlformats.org/officeDocument/2006/relationships/image" Target="/ppt/media/image2.png" Id="R3f9694ddd87042f0" /><Relationship Type="http://schemas.openxmlformats.org/officeDocument/2006/relationships/image" Target="/ppt/media/image3.png" Id="R842c093534944c0a" /><Relationship Type="http://schemas.openxmlformats.org/officeDocument/2006/relationships/image" Target="/ppt/media/image4.png" Id="R4c9786d88bc04978" /><Relationship Type="http://schemas.openxmlformats.org/officeDocument/2006/relationships/image" Target="/ppt/media/image5.png" Id="R02134ba4bcbe44da" /><Relationship Type="http://schemas.openxmlformats.org/officeDocument/2006/relationships/image" Target="/ppt/media/image6.png" Id="Rf7d9d49a9e9648f9" /><Relationship Type="http://schemas.openxmlformats.org/officeDocument/2006/relationships/image" Target="/ppt/media/image7.png" Id="R670ed4927ad74cb9" /><Relationship Type="http://schemas.openxmlformats.org/officeDocument/2006/relationships/image" Target="/ppt/media/image8.png" Id="R8aa60bd01a5540b4" /><Relationship Type="http://schemas.openxmlformats.org/officeDocument/2006/relationships/notesSlide" Target="/ppt/notesSlides/notesSlide1.xml" Id="Rf094d94c42be4df6" /><Relationship Type="http://schemas.openxmlformats.org/officeDocument/2006/relationships/image" Target="/ppt/media/preserved_top_50001.png" Id="rId50001" /><Relationship Type="http://schemas.openxmlformats.org/officeDocument/2006/relationships/image" Target="/ppt/media/preserved_top_50002.png" Id="rId50002" /><Relationship Type="http://schemas.openxmlformats.org/officeDocument/2006/relationships/image" Target="/ppt/media/preserved_top_50003.png" Id="rId50003" /><Relationship Type="http://schemas.openxmlformats.org/officeDocument/2006/relationships/image" Target="/ppt/media/preserved_top_50004.png" Id="rId50004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4" name="text_000">
            <a:extLst>
              <a:ext uri="{FF2B5EF4-FFF2-40B4-BE49-F238E27FC236}">
                <ns2:creationId id="{79F9ACDB-08FE-4559-8C03-013CECEDAFFB}"/>
              </a:ext>
            </a:extLst>
          </p:cNvPr>
          <p:cNvSpPr>
            <a:spLocks noGrp="1"/>
          </p:cNvSpPr>
          <p:nvPr/>
        </p:nvSpPr>
        <p:spPr>
          <a:xfrm rot="0">
            <a:off x="171450" y="2305050"/>
            <a:ext cx="8191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Actual FRP records and corresponding analysis fields</a:t>
            </a:r>
          </a:p>
        </p:txBody>
      </p:sp>
      <p:sp>
        <p:nvSpPr>
          <p:cNvPr id="2" name="text_001">
            <a:extLst>
              <a:ext uri="{FF2B5EF4-FFF2-40B4-BE49-F238E27FC236}">
                <ns2:creationId id="{39A48F0A-74F3-46F5-8654-5CF936DF39C4}"/>
              </a:ext>
            </a:extLst>
          </p:cNvPr>
          <p:cNvSpPr>
            <a:spLocks noGrp="1"/>
          </p:cNvSpPr>
          <p:nvPr/>
        </p:nvSpPr>
        <p:spPr>
          <a:xfrm rot="0">
            <a:off x="571500" y="2657475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Supplied 10 km cells: two-date FRP sums</a:t>
            </a:r>
          </a:p>
        </p:txBody>
      </p:sp>
      <p:sp>
        <p:nvSpPr>
          <p:cNvPr id="3" name="text_002">
            <a:extLst>
              <a:ext uri="{FF2B5EF4-FFF2-40B4-BE49-F238E27FC236}">
                <ns2:creationId id="{BC836EA2-9223-4B06-8D4A-A73FD92FC1FB}"/>
              </a:ext>
            </a:extLst>
          </p:cNvPr>
          <p:cNvSpPr>
            <a:spLocks noGrp="1"/>
          </p:cNvSpPr>
          <p:nvPr/>
        </p:nvSpPr>
        <p:spPr>
          <a:xfrm rot="0">
            <a:off x="495300" y="29146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f17: 12-05 to 12-06</a:t>
            </a:r>
          </a:p>
        </p:txBody>
      </p:sp>
      <p:pic>
        <p:nvPicPr>
          <p:cNvPr id="4" name="">
            <a:extLst>
              <a:ext uri="{FF2B5EF4-FFF2-40B4-BE49-F238E27FC236}">
                <ns2:creationId id="{C1DC5738-C74E-4AF2-AD40-52E3154A0D32}"/>
              </a:ext>
            </a:extLst>
          </p:cNvPr>
          <p:cNvPicPr>
            <a:picLocks noChangeAspect="1"/>
          </p:cNvPicPr>
          <p:nvPr/>
        </p:nvPicPr>
        <p:blipFill>
          <a:blip r:embed="R253f900e88144a64"/>
          <a:stretch/>
        </p:blipFill>
        <p:spPr>
          <a:xfrm>
            <a:off x="571500" y="3190875"/>
            <a:ext cx="2095500" cy="2095500"/>
          </a:xfrm>
          <a:prstGeom prst="rect">
            <a:avLst/>
          </a:prstGeom>
        </p:spPr>
      </p:pic>
      <p:sp>
        <p:nvSpPr>
          <p:cNvPr id="5" name="rect_004">
            <a:extLst>
              <a:ext uri="{FF2B5EF4-FFF2-40B4-BE49-F238E27FC236}">
                <ns2:creationId id="{07FFFC5C-6F76-41FB-AD8D-D2D6AE2B11D2}"/>
              </a:ext>
            </a:extLst>
          </p:cNvPr>
          <p:cNvSpPr>
            <a:spLocks noGrp="1"/>
          </p:cNvSpPr>
          <p:nvPr/>
        </p:nvSpPr>
        <p:spPr>
          <a:xfrm rot="0">
            <a:off x="571500" y="3190875"/>
            <a:ext cx="2095500" cy="209550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6" name="line_005">
            <a:extLst>
              <a:ext uri="{FF2B5EF4-FFF2-40B4-BE49-F238E27FC236}">
                <ns2:creationId id="{B410D7BA-B290-472C-93D4-30ABE94ACD38}"/>
              </a:ext>
            </a:extLst>
          </p:cNvPr>
          <p:cNvSpPr>
            <a:spLocks noGrp="1"/>
          </p:cNvSpPr>
          <p:nvPr/>
        </p:nvSpPr>
        <p:spPr>
          <a:xfrm>
            <a:off x="833399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7" name="text_006">
            <a:extLst>
              <a:ext uri="{FF2B5EF4-FFF2-40B4-BE49-F238E27FC236}">
                <ns2:creationId id="{54DA675A-BAF6-4E5C-BBCA-9D5B23CFD5D3}"/>
              </a:ext>
            </a:extLst>
          </p:cNvPr>
          <p:cNvSpPr>
            <a:spLocks noGrp="1"/>
          </p:cNvSpPr>
          <p:nvPr/>
        </p:nvSpPr>
        <p:spPr>
          <a:xfrm rot="0">
            <a:off x="623849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142 E</a:t>
            </a:r>
          </a:p>
        </p:txBody>
      </p:sp>
      <p:sp>
        <p:nvSpPr>
          <p:cNvPr id="8" name="line_007">
            <a:extLst>
              <a:ext uri="{FF2B5EF4-FFF2-40B4-BE49-F238E27FC236}">
                <ns2:creationId id="{CCDC9C11-F682-4EDC-BBE0-DF039D237CC4}"/>
              </a:ext>
            </a:extLst>
          </p:cNvPr>
          <p:cNvSpPr>
            <a:spLocks noGrp="1"/>
          </p:cNvSpPr>
          <p:nvPr/>
        </p:nvSpPr>
        <p:spPr>
          <a:xfrm>
            <a:off x="1741988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5FDEE8B6-D880-4A81-BE78-1D3FFB10BAE6}"/>
              </a:ext>
            </a:extLst>
          </p:cNvPr>
          <p:cNvSpPr>
            <a:spLocks noGrp="1"/>
          </p:cNvSpPr>
          <p:nvPr/>
        </p:nvSpPr>
        <p:spPr>
          <a:xfrm rot="0">
            <a:off x="1532438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 E</a:t>
            </a:r>
          </a:p>
        </p:txBody>
      </p:sp>
      <p:sp>
        <p:nvSpPr>
          <p:cNvPr id="10" name="line_009">
            <a:extLst>
              <a:ext uri="{FF2B5EF4-FFF2-40B4-BE49-F238E27FC236}">
                <ns2:creationId id="{3D0E2A87-26FB-4A9B-ADE3-7D907EB11967}"/>
              </a:ext>
            </a:extLst>
          </p:cNvPr>
          <p:cNvSpPr>
            <a:spLocks noGrp="1"/>
          </p:cNvSpPr>
          <p:nvPr/>
        </p:nvSpPr>
        <p:spPr>
          <a:xfrm>
            <a:off x="2650576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1" name="text_010">
            <a:extLst>
              <a:ext uri="{FF2B5EF4-FFF2-40B4-BE49-F238E27FC236}">
                <ns2:creationId id="{0CE2196A-F001-469B-8CB4-38D456B5F27F}"/>
              </a:ext>
            </a:extLst>
          </p:cNvPr>
          <p:cNvSpPr>
            <a:spLocks noGrp="1"/>
          </p:cNvSpPr>
          <p:nvPr/>
        </p:nvSpPr>
        <p:spPr>
          <a:xfrm rot="0">
            <a:off x="2441026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E</a:t>
            </a:r>
          </a:p>
        </p:txBody>
      </p:sp>
      <p:sp>
        <p:nvSpPr>
          <p:cNvPr id="12" name="line_011">
            <a:extLst>
              <a:ext uri="{FF2B5EF4-FFF2-40B4-BE49-F238E27FC236}">
                <ns2:creationId id="{55D2B453-CE0C-48C6-AC99-B6204C7B70A8}"/>
              </a:ext>
            </a:extLst>
          </p:cNvPr>
          <p:cNvSpPr>
            <a:spLocks noGrp="1"/>
          </p:cNvSpPr>
          <p:nvPr/>
        </p:nvSpPr>
        <p:spPr>
          <a:xfrm>
            <a:off x="533400" y="338377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3" name="text_012">
            <a:extLst>
              <a:ext uri="{FF2B5EF4-FFF2-40B4-BE49-F238E27FC236}">
                <ns2:creationId id="{AD71C903-79AD-4CC3-8B0C-6062113ABF6B}"/>
              </a:ext>
            </a:extLst>
          </p:cNvPr>
          <p:cNvSpPr>
            <a:spLocks noGrp="1"/>
          </p:cNvSpPr>
          <p:nvPr/>
        </p:nvSpPr>
        <p:spPr>
          <a:xfrm rot="0">
            <a:off x="104775" y="3298053"/>
            <a:ext cx="38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 S</a:t>
            </a:r>
          </a:p>
        </p:txBody>
      </p:sp>
      <p:sp>
        <p:nvSpPr>
          <p:cNvPr id="14" name="line_013">
            <a:extLst>
              <a:ext uri="{FF2B5EF4-FFF2-40B4-BE49-F238E27FC236}">
                <ns2:creationId id="{A85FE3A4-F936-4248-92A4-EEA84B18BDC4}"/>
              </a:ext>
            </a:extLst>
          </p:cNvPr>
          <p:cNvSpPr>
            <a:spLocks noGrp="1"/>
          </p:cNvSpPr>
          <p:nvPr/>
        </p:nvSpPr>
        <p:spPr>
          <a:xfrm>
            <a:off x="533400" y="4097604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5" name="text_014">
            <a:extLst>
              <a:ext uri="{FF2B5EF4-FFF2-40B4-BE49-F238E27FC236}">
                <ns2:creationId id="{82DB9AFD-64AF-4AE9-8528-6F08F1BCCC6F}"/>
              </a:ext>
            </a:extLst>
          </p:cNvPr>
          <p:cNvSpPr>
            <a:spLocks noGrp="1"/>
          </p:cNvSpPr>
          <p:nvPr/>
        </p:nvSpPr>
        <p:spPr>
          <a:xfrm rot="0">
            <a:off x="104775" y="4011879"/>
            <a:ext cx="38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 S</a:t>
            </a:r>
          </a:p>
        </p:txBody>
      </p:sp>
      <p:sp>
        <p:nvSpPr>
          <p:cNvPr id="16" name="line_015">
            <a:extLst>
              <a:ext uri="{FF2B5EF4-FFF2-40B4-BE49-F238E27FC236}">
                <ns2:creationId id="{4CFF94A2-42EB-41E6-928E-8CBE0F469782}"/>
              </a:ext>
            </a:extLst>
          </p:cNvPr>
          <p:cNvSpPr>
            <a:spLocks noGrp="1"/>
          </p:cNvSpPr>
          <p:nvPr/>
        </p:nvSpPr>
        <p:spPr>
          <a:xfrm>
            <a:off x="533400" y="481143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7" name="text_016">
            <a:extLst>
              <a:ext uri="{FF2B5EF4-FFF2-40B4-BE49-F238E27FC236}">
                <ns2:creationId id="{98F42BE9-0FC9-4D86-8A82-6C70566EA49E}"/>
              </a:ext>
            </a:extLst>
          </p:cNvPr>
          <p:cNvSpPr>
            <a:spLocks noGrp="1"/>
          </p:cNvSpPr>
          <p:nvPr/>
        </p:nvSpPr>
        <p:spPr>
          <a:xfrm rot="0">
            <a:off x="104775" y="4725705"/>
            <a:ext cx="38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 S</a:t>
            </a:r>
          </a:p>
        </p:txBody>
      </p:sp>
      <p:sp>
        <p:nvSpPr>
          <p:cNvPr id="18" name="text_017">
            <a:extLst>
              <a:ext uri="{FF2B5EF4-FFF2-40B4-BE49-F238E27FC236}">
                <ns2:creationId id="{F886DA29-D44B-4EB1-A564-85053622C463}"/>
              </a:ext>
            </a:extLst>
          </p:cNvPr>
          <p:cNvSpPr>
            <a:spLocks noGrp="1"/>
          </p:cNvSpPr>
          <p:nvPr/>
        </p:nvSpPr>
        <p:spPr>
          <a:xfrm rot="0">
            <a:off x="919383" y="3377756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QLD</a:t>
            </a:r>
          </a:p>
        </p:txBody>
      </p:sp>
      <p:sp>
        <p:nvSpPr>
          <p:cNvPr id="19" name="text_018">
            <a:extLst>
              <a:ext uri="{FF2B5EF4-FFF2-40B4-BE49-F238E27FC236}">
                <ns2:creationId id="{380B95C5-2139-45F6-AEB2-D0BA8CB7B382}"/>
              </a:ext>
            </a:extLst>
          </p:cNvPr>
          <p:cNvSpPr>
            <a:spLocks noGrp="1"/>
          </p:cNvSpPr>
          <p:nvPr/>
        </p:nvSpPr>
        <p:spPr>
          <a:xfrm rot="0">
            <a:off x="919383" y="4234347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NSW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BA9DCC3F-F407-4830-BC4C-15B624D5B660}"/>
              </a:ext>
            </a:extLst>
          </p:cNvPr>
          <p:cNvSpPr>
            <a:spLocks noGrp="1"/>
          </p:cNvSpPr>
          <p:nvPr/>
        </p:nvSpPr>
        <p:spPr>
          <a:xfrm rot="0">
            <a:off x="783095" y="4966019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VIC</a:t>
            </a:r>
          </a:p>
        </p:txBody>
      </p:sp>
      <p:sp>
        <p:nvSpPr>
          <p:cNvPr id="21" name="line_020">
            <a:extLst>
              <a:ext uri="{FF2B5EF4-FFF2-40B4-BE49-F238E27FC236}">
                <ns2:creationId id="{DF09E98B-5AEE-48FB-97FC-DFD244A8F318}"/>
              </a:ext>
            </a:extLst>
          </p:cNvPr>
          <p:cNvSpPr>
            <a:spLocks noGrp="1"/>
          </p:cNvSpPr>
          <p:nvPr/>
        </p:nvSpPr>
        <p:spPr>
          <a:xfrm>
            <a:off x="2229906" y="5143500"/>
            <a:ext cx="322794" cy="95"/>
          </a:xfrm>
          <a:custGeom>
            <a:pathLst>
              <a:path w="322794" h="95">
                <a:moveTo>
                  <a:pt x="0" y="0"/>
                </a:moveTo>
                <a:lnTo>
                  <a:pt x="322794" y="0"/>
                </a:lnTo>
              </a:path>
            </a:pathLst>
          </a:cu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2" name="line_021">
            <a:extLst>
              <a:ext uri="{FF2B5EF4-FFF2-40B4-BE49-F238E27FC236}">
                <ns2:creationId id="{211A2BD8-381A-4EF3-9A18-237BD5E52557}"/>
              </a:ext>
            </a:extLst>
          </p:cNvPr>
          <p:cNvSpPr>
            <a:spLocks noGrp="1"/>
          </p:cNvSpPr>
          <p:nvPr/>
        </p:nvSpPr>
        <p:spPr>
          <a:xfrm>
            <a:off x="2229906" y="5114925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3" name="line_022">
            <a:extLst>
              <a:ext uri="{FF2B5EF4-FFF2-40B4-BE49-F238E27FC236}">
                <ns2:creationId id="{88ED6B44-1482-4F52-A47A-FA08EF2D810B}"/>
              </a:ext>
            </a:extLst>
          </p:cNvPr>
          <p:cNvSpPr>
            <a:spLocks noGrp="1"/>
          </p:cNvSpPr>
          <p:nvPr/>
        </p:nvSpPr>
        <p:spPr>
          <a:xfrm>
            <a:off x="2552700" y="5114925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4" name="text_023">
            <a:extLst>
              <a:ext uri="{FF2B5EF4-FFF2-40B4-BE49-F238E27FC236}">
                <ns2:creationId id="{D9719C74-EA56-4701-A5A2-F741C99ADB4A}"/>
              </a:ext>
            </a:extLst>
          </p:cNvPr>
          <p:cNvSpPr>
            <a:spLocks noGrp="1"/>
          </p:cNvSpPr>
          <p:nvPr/>
        </p:nvSpPr>
        <p:spPr>
          <a:xfrm rot="0">
            <a:off x="2163231" y="4943475"/>
            <a:ext cx="4561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km</a:t>
            </a:r>
          </a:p>
        </p:txBody>
      </p:sp>
      <p:sp>
        <p:nvSpPr>
          <p:cNvPr id="25" name="ellipse_024">
            <a:extLst>
              <a:ext uri="{FF2B5EF4-FFF2-40B4-BE49-F238E27FC236}">
                <ns2:creationId id="{746D2A9F-4EB2-4F60-9408-4718BF30B153}"/>
              </a:ext>
            </a:extLst>
          </p:cNvPr>
          <p:cNvSpPr>
            <a:spLocks noGrp="1"/>
          </p:cNvSpPr>
          <p:nvPr/>
        </p:nvSpPr>
        <p:spPr>
          <a:xfrm rot="0">
            <a:off x="2365236" y="3642181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26" name="A_f17_False">
            <a:extLst>
              <a:ext uri="{FF2B5EF4-FFF2-40B4-BE49-F238E27FC236}">
                <ns2:creationId id="{8B1397F8-A2D6-459C-9CA4-773682C15D43}"/>
              </a:ext>
            </a:extLst>
          </p:cNvPr>
          <p:cNvSpPr>
            <a:spLocks noGrp="1"/>
          </p:cNvSpPr>
          <p:nvPr/>
        </p:nvSpPr>
        <p:spPr>
          <a:xfrm rot="0">
            <a:off x="2382381" y="3659326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823984C7-3630-483E-A8AC-D46981D49DA9}"/>
              </a:ext>
            </a:extLst>
          </p:cNvPr>
          <p:cNvSpPr>
            <a:spLocks noGrp="1"/>
          </p:cNvSpPr>
          <p:nvPr/>
        </p:nvSpPr>
        <p:spPr>
          <a:xfrm rot="0">
            <a:off x="2164259" y="3469779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ellipse_027">
            <a:extLst>
              <a:ext uri="{FF2B5EF4-FFF2-40B4-BE49-F238E27FC236}">
                <ns2:creationId id="{FBA479B3-3AB8-4229-A44E-2E720E4A45E4}"/>
              </a:ext>
            </a:extLst>
          </p:cNvPr>
          <p:cNvSpPr>
            <a:spLocks noGrp="1"/>
          </p:cNvSpPr>
          <p:nvPr/>
        </p:nvSpPr>
        <p:spPr>
          <a:xfrm rot="0">
            <a:off x="1677650" y="5017353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29" name="B_f17_False">
            <a:extLst>
              <a:ext uri="{FF2B5EF4-FFF2-40B4-BE49-F238E27FC236}">
                <ns2:creationId id="{8D95D539-10EA-4B68-8B1D-EB10230BF4B0}"/>
              </a:ext>
            </a:extLst>
          </p:cNvPr>
          <p:cNvSpPr>
            <a:spLocks noGrp="1"/>
          </p:cNvSpPr>
          <p:nvPr/>
        </p:nvSpPr>
        <p:spPr>
          <a:xfrm rot="0">
            <a:off x="1694795" y="5034498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30" name="text_029">
            <a:extLst>
              <a:ext uri="{FF2B5EF4-FFF2-40B4-BE49-F238E27FC236}">
                <ns2:creationId id="{59C221D0-A406-4E23-85F9-3C0FC4D5EA71}"/>
              </a:ext>
            </a:extLst>
          </p:cNvPr>
          <p:cNvSpPr>
            <a:spLocks noGrp="1"/>
          </p:cNvSpPr>
          <p:nvPr/>
        </p:nvSpPr>
        <p:spPr>
          <a:xfrm rot="0">
            <a:off x="1810048" y="4844951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" name="ellipse_030">
            <a:extLst>
              <a:ext uri="{FF2B5EF4-FFF2-40B4-BE49-F238E27FC236}">
                <ns2:creationId id="{716EB3A6-5718-41EE-B57A-7B9E1D11698D}"/>
              </a:ext>
            </a:extLst>
          </p:cNvPr>
          <p:cNvSpPr>
            <a:spLocks noGrp="1"/>
          </p:cNvSpPr>
          <p:nvPr/>
        </p:nvSpPr>
        <p:spPr>
          <a:xfrm rot="0">
            <a:off x="1219260" y="3543955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32" name="C_f17_False">
            <a:extLst>
              <a:ext uri="{FF2B5EF4-FFF2-40B4-BE49-F238E27FC236}">
                <ns2:creationId id="{DC3C5F37-4C60-4A71-9CA1-65676059934A}"/>
              </a:ext>
            </a:extLst>
          </p:cNvPr>
          <p:cNvSpPr>
            <a:spLocks noGrp="1"/>
          </p:cNvSpPr>
          <p:nvPr/>
        </p:nvSpPr>
        <p:spPr>
          <a:xfrm rot="0">
            <a:off x="1236405" y="3561100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33" name="text_032">
            <a:extLst>
              <a:ext uri="{FF2B5EF4-FFF2-40B4-BE49-F238E27FC236}">
                <ns2:creationId id="{13C9D1A2-0C9D-4778-A163-1CB5F2D49951}"/>
              </a:ext>
            </a:extLst>
          </p:cNvPr>
          <p:cNvSpPr>
            <a:spLocks noGrp="1"/>
          </p:cNvSpPr>
          <p:nvPr/>
        </p:nvSpPr>
        <p:spPr>
          <a:xfrm rot="0">
            <a:off x="1351657" y="3371552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text_033">
            <a:extLst>
              <a:ext uri="{FF2B5EF4-FFF2-40B4-BE49-F238E27FC236}">
                <ns2:creationId id="{C85EFFF4-3274-4979-8811-E97528F33647}"/>
              </a:ext>
            </a:extLst>
          </p:cNvPr>
          <p:cNvSpPr>
            <a:spLocks noGrp="1"/>
          </p:cNvSpPr>
          <p:nvPr/>
        </p:nvSpPr>
        <p:spPr>
          <a:xfrm rot="0">
            <a:off x="457200" y="5600700"/>
            <a:ext cx="232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283 cells with positive FRP</a:t>
            </a:r>
          </a:p>
        </p:txBody>
      </p:sp>
      <p:sp>
        <p:nvSpPr>
          <p:cNvPr id="35" name="text_034">
            <a:extLst>
              <a:ext uri="{FF2B5EF4-FFF2-40B4-BE49-F238E27FC236}">
                <ns2:creationId id="{E75DFCD4-7B55-4AAD-8C20-9ABC6D4D1781}"/>
              </a:ext>
            </a:extLst>
          </p:cNvPr>
          <p:cNvSpPr>
            <a:spLocks noGrp="1"/>
          </p:cNvSpPr>
          <p:nvPr/>
        </p:nvSpPr>
        <p:spPr>
          <a:xfrm rot="0">
            <a:off x="3190875" y="29146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f18: 12-07 to 12-08</a:t>
            </a:r>
          </a:p>
        </p:txBody>
      </p:sp>
      <p:pic>
        <p:nvPicPr>
          <p:cNvPr id="36" name="">
            <a:extLst>
              <a:ext uri="{FF2B5EF4-FFF2-40B4-BE49-F238E27FC236}">
                <ns2:creationId id="{FE1124F4-5274-4C98-A201-22973EA189BA}"/>
              </a:ext>
            </a:extLst>
          </p:cNvPr>
          <p:cNvPicPr>
            <a:picLocks noChangeAspect="1"/>
          </p:cNvPicPr>
          <p:nvPr/>
        </p:nvPicPr>
        <p:blipFill>
          <a:blip r:embed="R3f9694ddd87042f0"/>
          <a:stretch/>
        </p:blipFill>
        <p:spPr>
          <a:xfrm>
            <a:off x="3267075" y="3190875"/>
            <a:ext cx="2095500" cy="2095500"/>
          </a:xfrm>
          <a:prstGeom prst="rect">
            <a:avLst/>
          </a:prstGeom>
        </p:spPr>
      </p:pic>
      <p:sp>
        <p:nvSpPr>
          <p:cNvPr id="37" name="rect_036">
            <a:extLst>
              <a:ext uri="{FF2B5EF4-FFF2-40B4-BE49-F238E27FC236}">
                <ns2:creationId id="{2AB0F5DC-9319-4BAD-8025-66BF4C0351B5}"/>
              </a:ext>
            </a:extLst>
          </p:cNvPr>
          <p:cNvSpPr>
            <a:spLocks noGrp="1"/>
          </p:cNvSpPr>
          <p:nvPr/>
        </p:nvSpPr>
        <p:spPr>
          <a:xfrm rot="0">
            <a:off x="3267075" y="3190875"/>
            <a:ext cx="2095500" cy="209550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38" name="line_037">
            <a:extLst>
              <a:ext uri="{FF2B5EF4-FFF2-40B4-BE49-F238E27FC236}">
                <ns2:creationId id="{2EAC6AE0-FFFD-41D2-BD14-6423A33FE28D}"/>
              </a:ext>
            </a:extLst>
          </p:cNvPr>
          <p:cNvSpPr>
            <a:spLocks noGrp="1"/>
          </p:cNvSpPr>
          <p:nvPr/>
        </p:nvSpPr>
        <p:spPr>
          <a:xfrm>
            <a:off x="3528974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F3176332-7CB5-4969-9A4D-4FBC1DBE6018}"/>
              </a:ext>
            </a:extLst>
          </p:cNvPr>
          <p:cNvSpPr>
            <a:spLocks noGrp="1"/>
          </p:cNvSpPr>
          <p:nvPr/>
        </p:nvSpPr>
        <p:spPr>
          <a:xfrm rot="0">
            <a:off x="3319424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142 E</a:t>
            </a:r>
          </a:p>
        </p:txBody>
      </p:sp>
      <p:sp>
        <p:nvSpPr>
          <p:cNvPr id="40" name="line_039">
            <a:extLst>
              <a:ext uri="{FF2B5EF4-FFF2-40B4-BE49-F238E27FC236}">
                <ns2:creationId id="{12295CFA-56B4-42CB-8E2E-A188076984EF}"/>
              </a:ext>
            </a:extLst>
          </p:cNvPr>
          <p:cNvSpPr>
            <a:spLocks noGrp="1"/>
          </p:cNvSpPr>
          <p:nvPr/>
        </p:nvSpPr>
        <p:spPr>
          <a:xfrm>
            <a:off x="4437563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41" name="text_040">
            <a:extLst>
              <a:ext uri="{FF2B5EF4-FFF2-40B4-BE49-F238E27FC236}">
                <ns2:creationId id="{57BC7822-983C-4A26-AB03-B9FFF2FAF364}"/>
              </a:ext>
            </a:extLst>
          </p:cNvPr>
          <p:cNvSpPr>
            <a:spLocks noGrp="1"/>
          </p:cNvSpPr>
          <p:nvPr/>
        </p:nvSpPr>
        <p:spPr>
          <a:xfrm rot="0">
            <a:off x="4228013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 E</a:t>
            </a:r>
          </a:p>
        </p:txBody>
      </p:sp>
      <p:sp>
        <p:nvSpPr>
          <p:cNvPr id="42" name="line_041">
            <a:extLst>
              <a:ext uri="{FF2B5EF4-FFF2-40B4-BE49-F238E27FC236}">
                <ns2:creationId id="{106B9885-09B5-4534-B33A-43C5D845537A}"/>
              </a:ext>
            </a:extLst>
          </p:cNvPr>
          <p:cNvSpPr>
            <a:spLocks noGrp="1"/>
          </p:cNvSpPr>
          <p:nvPr/>
        </p:nvSpPr>
        <p:spPr>
          <a:xfrm>
            <a:off x="5346151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43" name="text_042">
            <a:extLst>
              <a:ext uri="{FF2B5EF4-FFF2-40B4-BE49-F238E27FC236}">
                <ns2:creationId id="{8552EF2B-6299-41C5-8E36-7FB5928EE1ED}"/>
              </a:ext>
            </a:extLst>
          </p:cNvPr>
          <p:cNvSpPr>
            <a:spLocks noGrp="1"/>
          </p:cNvSpPr>
          <p:nvPr/>
        </p:nvSpPr>
        <p:spPr>
          <a:xfrm rot="0">
            <a:off x="5136601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E</a:t>
            </a:r>
          </a:p>
        </p:txBody>
      </p:sp>
      <p:sp>
        <p:nvSpPr>
          <p:cNvPr id="44" name="text_043">
            <a:extLst>
              <a:ext uri="{FF2B5EF4-FFF2-40B4-BE49-F238E27FC236}">
                <ns2:creationId id="{4B46D6DD-8256-400D-AF0B-AEB465A4EBBE}"/>
              </a:ext>
            </a:extLst>
          </p:cNvPr>
          <p:cNvSpPr>
            <a:spLocks noGrp="1"/>
          </p:cNvSpPr>
          <p:nvPr/>
        </p:nvSpPr>
        <p:spPr>
          <a:xfrm rot="0">
            <a:off x="3614958" y="3377756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QLD</a:t>
            </a:r>
          </a:p>
        </p:txBody>
      </p:sp>
      <p:sp>
        <p:nvSpPr>
          <p:cNvPr id="45" name="text_044">
            <a:extLst>
              <a:ext uri="{FF2B5EF4-FFF2-40B4-BE49-F238E27FC236}">
                <ns2:creationId id="{C1953BB8-309A-4DCA-AEC5-C8CAE1185F06}"/>
              </a:ext>
            </a:extLst>
          </p:cNvPr>
          <p:cNvSpPr>
            <a:spLocks noGrp="1"/>
          </p:cNvSpPr>
          <p:nvPr/>
        </p:nvSpPr>
        <p:spPr>
          <a:xfrm rot="0">
            <a:off x="3614958" y="4234347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NSW</a:t>
            </a:r>
          </a:p>
        </p:txBody>
      </p:sp>
      <p:sp>
        <p:nvSpPr>
          <p:cNvPr id="46" name="text_045">
            <a:extLst>
              <a:ext uri="{FF2B5EF4-FFF2-40B4-BE49-F238E27FC236}">
                <ns2:creationId id="{1BF6A72E-BFDF-4A9A-B063-A0622A85D8E0}"/>
              </a:ext>
            </a:extLst>
          </p:cNvPr>
          <p:cNvSpPr>
            <a:spLocks noGrp="1"/>
          </p:cNvSpPr>
          <p:nvPr/>
        </p:nvSpPr>
        <p:spPr>
          <a:xfrm rot="0">
            <a:off x="3478670" y="4966019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VIC</a:t>
            </a:r>
          </a:p>
        </p:txBody>
      </p:sp>
      <p:sp>
        <p:nvSpPr>
          <p:cNvPr id="47" name="line_046">
            <a:extLst>
              <a:ext uri="{FF2B5EF4-FFF2-40B4-BE49-F238E27FC236}">
                <ns2:creationId id="{404C9B2B-BD85-4A7B-80BB-B908C8D87CB4}"/>
              </a:ext>
            </a:extLst>
          </p:cNvPr>
          <p:cNvSpPr>
            <a:spLocks noGrp="1"/>
          </p:cNvSpPr>
          <p:nvPr/>
        </p:nvSpPr>
        <p:spPr>
          <a:xfrm>
            <a:off x="4925481" y="5143500"/>
            <a:ext cx="322794" cy="95"/>
          </a:xfrm>
          <a:custGeom>
            <a:pathLst>
              <a:path w="322794" h="95">
                <a:moveTo>
                  <a:pt x="0" y="0"/>
                </a:moveTo>
                <a:lnTo>
                  <a:pt x="322794" y="0"/>
                </a:lnTo>
              </a:path>
            </a:pathLst>
          </a:cu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8" name="line_047">
            <a:extLst>
              <a:ext uri="{FF2B5EF4-FFF2-40B4-BE49-F238E27FC236}">
                <ns2:creationId id="{3D2D9FF3-B4EB-473D-A8A1-FBF5BCC28E50}"/>
              </a:ext>
            </a:extLst>
          </p:cNvPr>
          <p:cNvSpPr>
            <a:spLocks noGrp="1"/>
          </p:cNvSpPr>
          <p:nvPr/>
        </p:nvSpPr>
        <p:spPr>
          <a:xfrm>
            <a:off x="4925481" y="5114925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9" name="line_048">
            <a:extLst>
              <a:ext uri="{FF2B5EF4-FFF2-40B4-BE49-F238E27FC236}">
                <ns2:creationId id="{447D6A89-310C-4359-823C-8171D3B282BA}"/>
              </a:ext>
            </a:extLst>
          </p:cNvPr>
          <p:cNvSpPr>
            <a:spLocks noGrp="1"/>
          </p:cNvSpPr>
          <p:nvPr/>
        </p:nvSpPr>
        <p:spPr>
          <a:xfrm>
            <a:off x="5248275" y="5114925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0" name="text_049">
            <a:extLst>
              <a:ext uri="{FF2B5EF4-FFF2-40B4-BE49-F238E27FC236}">
                <ns2:creationId id="{3A168DA3-1307-426A-9AC2-5740754BF94B}"/>
              </a:ext>
            </a:extLst>
          </p:cNvPr>
          <p:cNvSpPr>
            <a:spLocks noGrp="1"/>
          </p:cNvSpPr>
          <p:nvPr/>
        </p:nvSpPr>
        <p:spPr>
          <a:xfrm rot="0">
            <a:off x="4858806" y="4943475"/>
            <a:ext cx="4561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km</a:t>
            </a:r>
          </a:p>
        </p:txBody>
      </p:sp>
      <p:sp>
        <p:nvSpPr>
          <p:cNvPr id="51" name="ellipse_050">
            <a:extLst>
              <a:ext uri="{FF2B5EF4-FFF2-40B4-BE49-F238E27FC236}">
                <ns2:creationId id="{4C56DDDC-D208-4991-9F59-6ECD29F15659}"/>
              </a:ext>
            </a:extLst>
          </p:cNvPr>
          <p:cNvSpPr>
            <a:spLocks noGrp="1"/>
          </p:cNvSpPr>
          <p:nvPr/>
        </p:nvSpPr>
        <p:spPr>
          <a:xfrm rot="0">
            <a:off x="5060811" y="3609439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52" name="A_f18_False">
            <a:extLst>
              <a:ext uri="{FF2B5EF4-FFF2-40B4-BE49-F238E27FC236}">
                <ns2:creationId id="{4B49C7CC-49CE-4DB2-93EB-CEE3BD4BE8D6}"/>
              </a:ext>
            </a:extLst>
          </p:cNvPr>
          <p:cNvSpPr>
            <a:spLocks noGrp="1"/>
          </p:cNvSpPr>
          <p:nvPr/>
        </p:nvSpPr>
        <p:spPr>
          <a:xfrm rot="0">
            <a:off x="5077956" y="3626584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53" name="text_052">
            <a:extLst>
              <a:ext uri="{FF2B5EF4-FFF2-40B4-BE49-F238E27FC236}">
                <ns2:creationId id="{8B947249-2F73-456C-A0EC-6B18D6055A1C}"/>
              </a:ext>
            </a:extLst>
          </p:cNvPr>
          <p:cNvSpPr>
            <a:spLocks noGrp="1"/>
          </p:cNvSpPr>
          <p:nvPr/>
        </p:nvSpPr>
        <p:spPr>
          <a:xfrm rot="0">
            <a:off x="4859834" y="343703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ellipse_053">
            <a:extLst>
              <a:ext uri="{FF2B5EF4-FFF2-40B4-BE49-F238E27FC236}">
                <ns2:creationId id="{5471A0FB-FD1E-47A2-8E79-87C32E3484FF}"/>
              </a:ext>
            </a:extLst>
          </p:cNvPr>
          <p:cNvSpPr>
            <a:spLocks noGrp="1"/>
          </p:cNvSpPr>
          <p:nvPr/>
        </p:nvSpPr>
        <p:spPr>
          <a:xfrm rot="0">
            <a:off x="4373225" y="5017353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55" name="B_f18_False">
            <a:extLst>
              <a:ext uri="{FF2B5EF4-FFF2-40B4-BE49-F238E27FC236}">
                <ns2:creationId id="{2615423B-3CDA-422A-AD78-1FE30A876D6D}"/>
              </a:ext>
            </a:extLst>
          </p:cNvPr>
          <p:cNvSpPr>
            <a:spLocks noGrp="1"/>
          </p:cNvSpPr>
          <p:nvPr/>
        </p:nvSpPr>
        <p:spPr>
          <a:xfrm rot="0">
            <a:off x="4390370" y="5034498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56" name="text_055">
            <a:extLst>
              <a:ext uri="{FF2B5EF4-FFF2-40B4-BE49-F238E27FC236}">
                <ns2:creationId id="{77848339-EAA3-44AB-A5EF-312FC52BA537}"/>
              </a:ext>
            </a:extLst>
          </p:cNvPr>
          <p:cNvSpPr>
            <a:spLocks noGrp="1"/>
          </p:cNvSpPr>
          <p:nvPr/>
        </p:nvSpPr>
        <p:spPr>
          <a:xfrm rot="0">
            <a:off x="4505623" y="4844951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ellipse_056">
            <a:extLst>
              <a:ext uri="{FF2B5EF4-FFF2-40B4-BE49-F238E27FC236}">
                <ns2:creationId id="{641E697B-62F4-449B-9FEA-7151278695E4}"/>
              </a:ext>
            </a:extLst>
          </p:cNvPr>
          <p:cNvSpPr>
            <a:spLocks noGrp="1"/>
          </p:cNvSpPr>
          <p:nvPr/>
        </p:nvSpPr>
        <p:spPr>
          <a:xfrm rot="0">
            <a:off x="3914835" y="3543955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58" name="C_f18_False">
            <a:extLst>
              <a:ext uri="{FF2B5EF4-FFF2-40B4-BE49-F238E27FC236}">
                <ns2:creationId id="{68A6C6C8-688D-454C-86EA-F594DB0ECCC4}"/>
              </a:ext>
            </a:extLst>
          </p:cNvPr>
          <p:cNvSpPr>
            <a:spLocks noGrp="1"/>
          </p:cNvSpPr>
          <p:nvPr/>
        </p:nvSpPr>
        <p:spPr>
          <a:xfrm rot="0">
            <a:off x="3931980" y="3561100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59" name="text_058">
            <a:extLst>
              <a:ext uri="{FF2B5EF4-FFF2-40B4-BE49-F238E27FC236}">
                <ns2:creationId id="{F5ECBBE3-2576-4BF1-BE5D-75BC6BD1C411}"/>
              </a:ext>
            </a:extLst>
          </p:cNvPr>
          <p:cNvSpPr>
            <a:spLocks noGrp="1"/>
          </p:cNvSpPr>
          <p:nvPr/>
        </p:nvSpPr>
        <p:spPr>
          <a:xfrm rot="0">
            <a:off x="4047232" y="3371552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text_059">
            <a:extLst>
              <a:ext uri="{FF2B5EF4-FFF2-40B4-BE49-F238E27FC236}">
                <ns2:creationId id="{B185908D-5018-44C3-AF50-E351DDAE4F3F}"/>
              </a:ext>
            </a:extLst>
          </p:cNvPr>
          <p:cNvSpPr>
            <a:spLocks noGrp="1"/>
          </p:cNvSpPr>
          <p:nvPr/>
        </p:nvSpPr>
        <p:spPr>
          <a:xfrm rot="0">
            <a:off x="3152775" y="5600700"/>
            <a:ext cx="232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221 cells with positive FRP</a:t>
            </a:r>
          </a:p>
        </p:txBody>
      </p:sp>
      <p:sp>
        <p:nvSpPr>
          <p:cNvPr id="61" name="text_060">
            <a:extLst>
              <a:ext uri="{FF2B5EF4-FFF2-40B4-BE49-F238E27FC236}">
                <ns2:creationId id="{43DD710A-1269-4426-9591-3AC6C1113691}"/>
              </a:ext>
            </a:extLst>
          </p:cNvPr>
          <p:cNvSpPr>
            <a:spLocks noGrp="1"/>
          </p:cNvSpPr>
          <p:nvPr/>
        </p:nvSpPr>
        <p:spPr>
          <a:xfrm rot="0">
            <a:off x="5886450" y="29146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f19: 12-09 to 12-10</a:t>
            </a:r>
          </a:p>
        </p:txBody>
      </p:sp>
      <p:pic>
        <p:nvPicPr>
          <p:cNvPr id="62" name="">
            <a:extLst>
              <a:ext uri="{FF2B5EF4-FFF2-40B4-BE49-F238E27FC236}">
                <ns2:creationId id="{F46C2190-FDFF-476F-B2C1-53F2D7FB1CCF}"/>
              </a:ext>
            </a:extLst>
          </p:cNvPr>
          <p:cNvPicPr>
            <a:picLocks noChangeAspect="1"/>
          </p:cNvPicPr>
          <p:nvPr/>
        </p:nvPicPr>
        <p:blipFill>
          <a:blip r:embed="R842c093534944c0a"/>
          <a:stretch/>
        </p:blipFill>
        <p:spPr>
          <a:xfrm>
            <a:off x="5962650" y="3190875"/>
            <a:ext cx="2095500" cy="2095500"/>
          </a:xfrm>
          <a:prstGeom prst="rect">
            <a:avLst/>
          </a:prstGeom>
        </p:spPr>
      </p:pic>
      <p:sp>
        <p:nvSpPr>
          <p:cNvPr id="63" name="rect_062">
            <a:extLst>
              <a:ext uri="{FF2B5EF4-FFF2-40B4-BE49-F238E27FC236}">
                <ns2:creationId id="{AC82321A-3555-46F3-A32F-5FDC78ACCA88}"/>
              </a:ext>
            </a:extLst>
          </p:cNvPr>
          <p:cNvSpPr>
            <a:spLocks noGrp="1"/>
          </p:cNvSpPr>
          <p:nvPr/>
        </p:nvSpPr>
        <p:spPr>
          <a:xfrm rot="0">
            <a:off x="5962650" y="3190875"/>
            <a:ext cx="2095500" cy="209550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64" name="line_063">
            <a:extLst>
              <a:ext uri="{FF2B5EF4-FFF2-40B4-BE49-F238E27FC236}">
                <ns2:creationId id="{9BA6430E-0CC8-44B8-B160-A7D1D198C270}"/>
              </a:ext>
            </a:extLst>
          </p:cNvPr>
          <p:cNvSpPr>
            <a:spLocks noGrp="1"/>
          </p:cNvSpPr>
          <p:nvPr/>
        </p:nvSpPr>
        <p:spPr>
          <a:xfrm>
            <a:off x="6224549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65" name="text_064">
            <a:extLst>
              <a:ext uri="{FF2B5EF4-FFF2-40B4-BE49-F238E27FC236}">
                <ns2:creationId id="{03F40931-E86D-4784-8B19-A4BD556F6C4B}"/>
              </a:ext>
            </a:extLst>
          </p:cNvPr>
          <p:cNvSpPr>
            <a:spLocks noGrp="1"/>
          </p:cNvSpPr>
          <p:nvPr/>
        </p:nvSpPr>
        <p:spPr>
          <a:xfrm rot="0">
            <a:off x="6014999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142 E</a:t>
            </a:r>
          </a:p>
        </p:txBody>
      </p:sp>
      <p:sp>
        <p:nvSpPr>
          <p:cNvPr id="66" name="line_065">
            <a:extLst>
              <a:ext uri="{FF2B5EF4-FFF2-40B4-BE49-F238E27FC236}">
                <ns2:creationId id="{94A28221-86B9-4BED-AD50-39D4F90190DD}"/>
              </a:ext>
            </a:extLst>
          </p:cNvPr>
          <p:cNvSpPr>
            <a:spLocks noGrp="1"/>
          </p:cNvSpPr>
          <p:nvPr/>
        </p:nvSpPr>
        <p:spPr>
          <a:xfrm>
            <a:off x="7133138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67" name="text_066">
            <a:extLst>
              <a:ext uri="{FF2B5EF4-FFF2-40B4-BE49-F238E27FC236}">
                <ns2:creationId id="{7FDD3581-D755-4984-B77C-234ADD2061F9}"/>
              </a:ext>
            </a:extLst>
          </p:cNvPr>
          <p:cNvSpPr>
            <a:spLocks noGrp="1"/>
          </p:cNvSpPr>
          <p:nvPr/>
        </p:nvSpPr>
        <p:spPr>
          <a:xfrm rot="0">
            <a:off x="6923588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 E</a:t>
            </a:r>
          </a:p>
        </p:txBody>
      </p:sp>
      <p:sp>
        <p:nvSpPr>
          <p:cNvPr id="68" name="line_067">
            <a:extLst>
              <a:ext uri="{FF2B5EF4-FFF2-40B4-BE49-F238E27FC236}">
                <ns2:creationId id="{45DCB70A-D32E-4E7C-8827-B460A122CFE5}"/>
              </a:ext>
            </a:extLst>
          </p:cNvPr>
          <p:cNvSpPr>
            <a:spLocks noGrp="1"/>
          </p:cNvSpPr>
          <p:nvPr/>
        </p:nvSpPr>
        <p:spPr>
          <a:xfrm>
            <a:off x="8041726" y="5286375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69" name="text_068">
            <a:extLst>
              <a:ext uri="{FF2B5EF4-FFF2-40B4-BE49-F238E27FC236}">
                <ns2:creationId id="{83709D06-7FE4-498B-BE06-96F761200894}"/>
              </a:ext>
            </a:extLst>
          </p:cNvPr>
          <p:cNvSpPr>
            <a:spLocks noGrp="1"/>
          </p:cNvSpPr>
          <p:nvPr/>
        </p:nvSpPr>
        <p:spPr>
          <a:xfrm rot="0">
            <a:off x="7832176" y="5343525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E</a:t>
            </a:r>
          </a:p>
        </p:txBody>
      </p:sp>
      <p:sp>
        <p:nvSpPr>
          <p:cNvPr id="70" name="text_069">
            <a:extLst>
              <a:ext uri="{FF2B5EF4-FFF2-40B4-BE49-F238E27FC236}">
                <ns2:creationId id="{704583AD-B69E-475C-BFE3-761A8E2F9418}"/>
              </a:ext>
            </a:extLst>
          </p:cNvPr>
          <p:cNvSpPr>
            <a:spLocks noGrp="1"/>
          </p:cNvSpPr>
          <p:nvPr/>
        </p:nvSpPr>
        <p:spPr>
          <a:xfrm rot="0">
            <a:off x="6310533" y="3377756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QLD</a:t>
            </a:r>
          </a:p>
        </p:txBody>
      </p:sp>
      <p:sp>
        <p:nvSpPr>
          <p:cNvPr id="71" name="text_070">
            <a:extLst>
              <a:ext uri="{FF2B5EF4-FFF2-40B4-BE49-F238E27FC236}">
                <ns2:creationId id="{09B7F374-D4D6-42EB-8307-B938B30CE65D}"/>
              </a:ext>
            </a:extLst>
          </p:cNvPr>
          <p:cNvSpPr>
            <a:spLocks noGrp="1"/>
          </p:cNvSpPr>
          <p:nvPr/>
        </p:nvSpPr>
        <p:spPr>
          <a:xfrm rot="0">
            <a:off x="6310533" y="4234347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NSW</a:t>
            </a:r>
          </a:p>
        </p:txBody>
      </p:sp>
      <p:sp>
        <p:nvSpPr>
          <p:cNvPr id="72" name="text_071">
            <a:extLst>
              <a:ext uri="{FF2B5EF4-FFF2-40B4-BE49-F238E27FC236}">
                <ns2:creationId id="{E8B9FC9B-3262-4ADC-A3AB-08EBDAB3BDBB}"/>
              </a:ext>
            </a:extLst>
          </p:cNvPr>
          <p:cNvSpPr>
            <a:spLocks noGrp="1"/>
          </p:cNvSpPr>
          <p:nvPr/>
        </p:nvSpPr>
        <p:spPr>
          <a:xfrm rot="0">
            <a:off x="6174245" y="4966019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VIC</a:t>
            </a:r>
          </a:p>
        </p:txBody>
      </p:sp>
      <p:sp>
        <p:nvSpPr>
          <p:cNvPr id="73" name="line_072">
            <a:extLst>
              <a:ext uri="{FF2B5EF4-FFF2-40B4-BE49-F238E27FC236}">
                <ns2:creationId id="{86263711-0F6B-4F73-A907-50D3ED114E01}"/>
              </a:ext>
            </a:extLst>
          </p:cNvPr>
          <p:cNvSpPr>
            <a:spLocks noGrp="1"/>
          </p:cNvSpPr>
          <p:nvPr/>
        </p:nvSpPr>
        <p:spPr>
          <a:xfrm>
            <a:off x="7621056" y="5143500"/>
            <a:ext cx="322794" cy="95"/>
          </a:xfrm>
          <a:custGeom>
            <a:pathLst>
              <a:path w="322794" h="95">
                <a:moveTo>
                  <a:pt x="0" y="0"/>
                </a:moveTo>
                <a:lnTo>
                  <a:pt x="322794" y="0"/>
                </a:lnTo>
              </a:path>
            </a:pathLst>
          </a:cu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4" name="line_073">
            <a:extLst>
              <a:ext uri="{FF2B5EF4-FFF2-40B4-BE49-F238E27FC236}">
                <ns2:creationId id="{F82D8BB2-03B6-4212-8654-9EDC69EC6507}"/>
              </a:ext>
            </a:extLst>
          </p:cNvPr>
          <p:cNvSpPr>
            <a:spLocks noGrp="1"/>
          </p:cNvSpPr>
          <p:nvPr/>
        </p:nvSpPr>
        <p:spPr>
          <a:xfrm>
            <a:off x="7621056" y="5114925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5" name="line_074">
            <a:extLst>
              <a:ext uri="{FF2B5EF4-FFF2-40B4-BE49-F238E27FC236}">
                <ns2:creationId id="{7A309D35-A411-48B2-A3A4-33721BD76428}"/>
              </a:ext>
            </a:extLst>
          </p:cNvPr>
          <p:cNvSpPr>
            <a:spLocks noGrp="1"/>
          </p:cNvSpPr>
          <p:nvPr/>
        </p:nvSpPr>
        <p:spPr>
          <a:xfrm>
            <a:off x="7943850" y="5114925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6" name="text_075">
            <a:extLst>
              <a:ext uri="{FF2B5EF4-FFF2-40B4-BE49-F238E27FC236}">
                <ns2:creationId id="{768E0BB7-5799-459D-88BC-4B0F2FBFF244}"/>
              </a:ext>
            </a:extLst>
          </p:cNvPr>
          <p:cNvSpPr>
            <a:spLocks noGrp="1"/>
          </p:cNvSpPr>
          <p:nvPr/>
        </p:nvSpPr>
        <p:spPr>
          <a:xfrm rot="0">
            <a:off x="7554381" y="4943475"/>
            <a:ext cx="4561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km</a:t>
            </a:r>
          </a:p>
        </p:txBody>
      </p:sp>
      <p:sp>
        <p:nvSpPr>
          <p:cNvPr id="77" name="ellipse_076">
            <a:extLst>
              <a:ext uri="{FF2B5EF4-FFF2-40B4-BE49-F238E27FC236}">
                <ns2:creationId id="{DF0AB7D5-99BA-451A-9FAC-FA668E831FFD}"/>
              </a:ext>
            </a:extLst>
          </p:cNvPr>
          <p:cNvSpPr>
            <a:spLocks noGrp="1"/>
          </p:cNvSpPr>
          <p:nvPr/>
        </p:nvSpPr>
        <p:spPr>
          <a:xfrm rot="0">
            <a:off x="7690902" y="3871377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78" name="A_f19_False">
            <a:extLst>
              <a:ext uri="{FF2B5EF4-FFF2-40B4-BE49-F238E27FC236}">
                <ns2:creationId id="{9D010B4B-D810-450F-8C95-5455912FCA77}"/>
              </a:ext>
            </a:extLst>
          </p:cNvPr>
          <p:cNvSpPr>
            <a:spLocks noGrp="1"/>
          </p:cNvSpPr>
          <p:nvPr/>
        </p:nvSpPr>
        <p:spPr>
          <a:xfrm rot="0">
            <a:off x="7708047" y="3888522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79" name="text_078">
            <a:extLst>
              <a:ext uri="{FF2B5EF4-FFF2-40B4-BE49-F238E27FC236}">
                <ns2:creationId id="{5755E82D-6710-4EE7-8F8C-4C11F08A60B7}"/>
              </a:ext>
            </a:extLst>
          </p:cNvPr>
          <p:cNvSpPr>
            <a:spLocks noGrp="1"/>
          </p:cNvSpPr>
          <p:nvPr/>
        </p:nvSpPr>
        <p:spPr>
          <a:xfrm rot="0">
            <a:off x="7823299" y="3698974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0" name="ellipse_079">
            <a:extLst>
              <a:ext uri="{FF2B5EF4-FFF2-40B4-BE49-F238E27FC236}">
                <ns2:creationId id="{4BE1DE8B-EC57-4BBF-A50E-D07DCD89866E}"/>
              </a:ext>
            </a:extLst>
          </p:cNvPr>
          <p:cNvSpPr>
            <a:spLocks noGrp="1"/>
          </p:cNvSpPr>
          <p:nvPr/>
        </p:nvSpPr>
        <p:spPr>
          <a:xfrm rot="0">
            <a:off x="7068800" y="5017353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81" name="B_f19_False">
            <a:extLst>
              <a:ext uri="{FF2B5EF4-FFF2-40B4-BE49-F238E27FC236}">
                <ns2:creationId id="{AE68B025-A123-4274-B12E-DBA4E7F06B6A}"/>
              </a:ext>
            </a:extLst>
          </p:cNvPr>
          <p:cNvSpPr>
            <a:spLocks noGrp="1"/>
          </p:cNvSpPr>
          <p:nvPr/>
        </p:nvSpPr>
        <p:spPr>
          <a:xfrm rot="0">
            <a:off x="7085945" y="5034498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82" name="text_081">
            <a:extLst>
              <a:ext uri="{FF2B5EF4-FFF2-40B4-BE49-F238E27FC236}">
                <ns2:creationId id="{B282A654-AA3A-4C36-92B8-F59041D33E48}"/>
              </a:ext>
            </a:extLst>
          </p:cNvPr>
          <p:cNvSpPr>
            <a:spLocks noGrp="1"/>
          </p:cNvSpPr>
          <p:nvPr/>
        </p:nvSpPr>
        <p:spPr>
          <a:xfrm rot="0">
            <a:off x="7201198" y="4844951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3" name="ellipse_082">
            <a:extLst>
              <a:ext uri="{FF2B5EF4-FFF2-40B4-BE49-F238E27FC236}">
                <ns2:creationId id="{3292BD8F-8286-4F6E-923E-773A4AE50E90}"/>
              </a:ext>
            </a:extLst>
          </p:cNvPr>
          <p:cNvSpPr>
            <a:spLocks noGrp="1"/>
          </p:cNvSpPr>
          <p:nvPr/>
        </p:nvSpPr>
        <p:spPr>
          <a:xfrm rot="0">
            <a:off x="6610410" y="3543955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84" name="C_f19_False">
            <a:extLst>
              <a:ext uri="{FF2B5EF4-FFF2-40B4-BE49-F238E27FC236}">
                <ns2:creationId id="{404A449F-0537-4991-B360-5A70E48A26AC}"/>
              </a:ext>
            </a:extLst>
          </p:cNvPr>
          <p:cNvSpPr>
            <a:spLocks noGrp="1"/>
          </p:cNvSpPr>
          <p:nvPr/>
        </p:nvSpPr>
        <p:spPr>
          <a:xfrm rot="0">
            <a:off x="6627555" y="3561100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85" name="text_084">
            <a:extLst>
              <a:ext uri="{FF2B5EF4-FFF2-40B4-BE49-F238E27FC236}">
                <ns2:creationId id="{D32BCD0E-9A2B-47E8-8D21-C40B32815D16}"/>
              </a:ext>
            </a:extLst>
          </p:cNvPr>
          <p:cNvSpPr>
            <a:spLocks noGrp="1"/>
          </p:cNvSpPr>
          <p:nvPr/>
        </p:nvSpPr>
        <p:spPr>
          <a:xfrm rot="0">
            <a:off x="6742807" y="3371552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6" name="text_085">
            <a:extLst>
              <a:ext uri="{FF2B5EF4-FFF2-40B4-BE49-F238E27FC236}">
                <ns2:creationId id="{154F820A-80E5-411E-A96F-3CB3F5485559}"/>
              </a:ext>
            </a:extLst>
          </p:cNvPr>
          <p:cNvSpPr>
            <a:spLocks noGrp="1"/>
          </p:cNvSpPr>
          <p:nvPr/>
        </p:nvSpPr>
        <p:spPr>
          <a:xfrm rot="0">
            <a:off x="5848350" y="5600700"/>
            <a:ext cx="232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206 cells with positive FRP</a:t>
            </a:r>
          </a:p>
        </p:txBody>
      </p:sp>
      <p:sp>
        <p:nvSpPr>
          <p:cNvPr id="87" name="text_086">
            <a:extLst>
              <a:ext uri="{FF2B5EF4-FFF2-40B4-BE49-F238E27FC236}">
                <ns2:creationId id="{A57B1E5D-0024-4E48-9254-A72A79F48BD9}"/>
              </a:ext>
            </a:extLst>
          </p:cNvPr>
          <p:cNvSpPr>
            <a:spLocks noGrp="1"/>
          </p:cNvSpPr>
          <p:nvPr/>
        </p:nvSpPr>
        <p:spPr>
          <a:xfrm rot="0">
            <a:off x="571500" y="6096000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 input: 64 x 64 grid, 50.7 km Gaussian smoothing</a:t>
            </a:r>
          </a:p>
        </p:txBody>
      </p:sp>
      <p:pic>
        <p:nvPicPr>
          <p:cNvPr id="88" name="">
            <a:extLst>
              <a:ext uri="{FF2B5EF4-FFF2-40B4-BE49-F238E27FC236}">
                <ns2:creationId id="{51EC8641-EF0F-47DC-B13C-9FEFCD07960A}"/>
              </a:ext>
            </a:extLst>
          </p:cNvPr>
          <p:cNvPicPr>
            <a:picLocks noChangeAspect="1"/>
          </p:cNvPicPr>
          <p:nvPr/>
        </p:nvPicPr>
        <p:blipFill>
          <a:blip r:embed="R4c9786d88bc04978"/>
          <a:stretch/>
        </p:blipFill>
        <p:spPr>
          <a:xfrm>
            <a:off x="571500" y="6477000"/>
            <a:ext cx="2095500" cy="2095500"/>
          </a:xfrm>
          <a:prstGeom prst="rect">
            <a:avLst/>
          </a:prstGeom>
        </p:spPr>
      </p:pic>
      <p:sp>
        <p:nvSpPr>
          <p:cNvPr id="89" name="rect_088">
            <a:extLst>
              <a:ext uri="{FF2B5EF4-FFF2-40B4-BE49-F238E27FC236}">
                <ns2:creationId id="{A6B7663E-2639-4662-AB22-78113E5D414F}"/>
              </a:ext>
            </a:extLst>
          </p:cNvPr>
          <p:cNvSpPr>
            <a:spLocks noGrp="1"/>
          </p:cNvSpPr>
          <p:nvPr/>
        </p:nvSpPr>
        <p:spPr>
          <a:xfrm rot="0">
            <a:off x="571500" y="6477000"/>
            <a:ext cx="2095500" cy="209550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90" name="line_089">
            <a:extLst>
              <a:ext uri="{FF2B5EF4-FFF2-40B4-BE49-F238E27FC236}">
                <ns2:creationId id="{B4509646-2E11-4FD6-8456-1ABC8E8253EE}"/>
              </a:ext>
            </a:extLst>
          </p:cNvPr>
          <p:cNvSpPr>
            <a:spLocks noGrp="1"/>
          </p:cNvSpPr>
          <p:nvPr/>
        </p:nvSpPr>
        <p:spPr>
          <a:xfrm>
            <a:off x="833399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91" name="text_090">
            <a:extLst>
              <a:ext uri="{FF2B5EF4-FFF2-40B4-BE49-F238E27FC236}">
                <ns2:creationId id="{6F941235-AF41-4038-9CB7-57DAC79695D9}"/>
              </a:ext>
            </a:extLst>
          </p:cNvPr>
          <p:cNvSpPr>
            <a:spLocks noGrp="1"/>
          </p:cNvSpPr>
          <p:nvPr/>
        </p:nvSpPr>
        <p:spPr>
          <a:xfrm rot="0">
            <a:off x="623849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142 E</a:t>
            </a:r>
          </a:p>
        </p:txBody>
      </p:sp>
      <p:sp>
        <p:nvSpPr>
          <p:cNvPr id="92" name="line_091">
            <a:extLst>
              <a:ext uri="{FF2B5EF4-FFF2-40B4-BE49-F238E27FC236}">
                <ns2:creationId id="{7FD3AC53-D90B-4185-A8D3-E010D3041E1A}"/>
              </a:ext>
            </a:extLst>
          </p:cNvPr>
          <p:cNvSpPr>
            <a:spLocks noGrp="1"/>
          </p:cNvSpPr>
          <p:nvPr/>
        </p:nvSpPr>
        <p:spPr>
          <a:xfrm>
            <a:off x="1741988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93" name="text_092">
            <a:extLst>
              <a:ext uri="{FF2B5EF4-FFF2-40B4-BE49-F238E27FC236}">
                <ns2:creationId id="{1F99F016-0C13-4967-B0FF-6B35016B9088}"/>
              </a:ext>
            </a:extLst>
          </p:cNvPr>
          <p:cNvSpPr>
            <a:spLocks noGrp="1"/>
          </p:cNvSpPr>
          <p:nvPr/>
        </p:nvSpPr>
        <p:spPr>
          <a:xfrm rot="0">
            <a:off x="1532438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 E</a:t>
            </a:r>
          </a:p>
        </p:txBody>
      </p:sp>
      <p:sp>
        <p:nvSpPr>
          <p:cNvPr id="94" name="line_093">
            <a:extLst>
              <a:ext uri="{FF2B5EF4-FFF2-40B4-BE49-F238E27FC236}">
                <ns2:creationId id="{21CE2611-4175-4FCD-A00B-DA7DC9AF0132}"/>
              </a:ext>
            </a:extLst>
          </p:cNvPr>
          <p:cNvSpPr>
            <a:spLocks noGrp="1"/>
          </p:cNvSpPr>
          <p:nvPr/>
        </p:nvSpPr>
        <p:spPr>
          <a:xfrm>
            <a:off x="2650576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95" name="text_094">
            <a:extLst>
              <a:ext uri="{FF2B5EF4-FFF2-40B4-BE49-F238E27FC236}">
                <ns2:creationId id="{F72C05F6-A581-49DA-B785-5B2AB74F2ED7}"/>
              </a:ext>
            </a:extLst>
          </p:cNvPr>
          <p:cNvSpPr>
            <a:spLocks noGrp="1"/>
          </p:cNvSpPr>
          <p:nvPr/>
        </p:nvSpPr>
        <p:spPr>
          <a:xfrm rot="0">
            <a:off x="2441026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E</a:t>
            </a:r>
          </a:p>
        </p:txBody>
      </p:sp>
      <p:sp>
        <p:nvSpPr>
          <p:cNvPr id="96" name="line_095">
            <a:extLst>
              <a:ext uri="{FF2B5EF4-FFF2-40B4-BE49-F238E27FC236}">
                <ns2:creationId id="{7CDDDBA0-4161-4042-97A8-DECD5A330A58}"/>
              </a:ext>
            </a:extLst>
          </p:cNvPr>
          <p:cNvSpPr>
            <a:spLocks noGrp="1"/>
          </p:cNvSpPr>
          <p:nvPr/>
        </p:nvSpPr>
        <p:spPr>
          <a:xfrm>
            <a:off x="533400" y="6669903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97" name="text_096">
            <a:extLst>
              <a:ext uri="{FF2B5EF4-FFF2-40B4-BE49-F238E27FC236}">
                <ns2:creationId id="{D351394E-8AD1-408A-8A5B-38D26A5DF88C}"/>
              </a:ext>
            </a:extLst>
          </p:cNvPr>
          <p:cNvSpPr>
            <a:spLocks noGrp="1"/>
          </p:cNvSpPr>
          <p:nvPr/>
        </p:nvSpPr>
        <p:spPr>
          <a:xfrm rot="0">
            <a:off x="104775" y="6584178"/>
            <a:ext cx="38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 S</a:t>
            </a:r>
          </a:p>
        </p:txBody>
      </p:sp>
      <p:sp>
        <p:nvSpPr>
          <p:cNvPr id="98" name="line_097">
            <a:extLst>
              <a:ext uri="{FF2B5EF4-FFF2-40B4-BE49-F238E27FC236}">
                <ns2:creationId id="{20BB03FE-B5F9-40F1-AA02-830C3871DE1B}"/>
              </a:ext>
            </a:extLst>
          </p:cNvPr>
          <p:cNvSpPr>
            <a:spLocks noGrp="1"/>
          </p:cNvSpPr>
          <p:nvPr/>
        </p:nvSpPr>
        <p:spPr>
          <a:xfrm>
            <a:off x="533400" y="7383729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99" name="text_098">
            <a:extLst>
              <a:ext uri="{FF2B5EF4-FFF2-40B4-BE49-F238E27FC236}">
                <ns2:creationId id="{A38B5177-9BF4-4BAC-9BD8-DFC6E125E35A}"/>
              </a:ext>
            </a:extLst>
          </p:cNvPr>
          <p:cNvSpPr>
            <a:spLocks noGrp="1"/>
          </p:cNvSpPr>
          <p:nvPr/>
        </p:nvSpPr>
        <p:spPr>
          <a:xfrm rot="0">
            <a:off x="104775" y="7298004"/>
            <a:ext cx="38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 S</a:t>
            </a:r>
          </a:p>
        </p:txBody>
      </p:sp>
      <p:sp>
        <p:nvSpPr>
          <p:cNvPr id="100" name="line_099">
            <a:extLst>
              <a:ext uri="{FF2B5EF4-FFF2-40B4-BE49-F238E27FC236}">
                <ns2:creationId id="{FFF6D975-BFE8-4164-AB27-0D534004B179}"/>
              </a:ext>
            </a:extLst>
          </p:cNvPr>
          <p:cNvSpPr>
            <a:spLocks noGrp="1"/>
          </p:cNvSpPr>
          <p:nvPr/>
        </p:nvSpPr>
        <p:spPr>
          <a:xfrm>
            <a:off x="533400" y="809755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01" name="text_100">
            <a:extLst>
              <a:ext uri="{FF2B5EF4-FFF2-40B4-BE49-F238E27FC236}">
                <ns2:creationId id="{B9D32C2B-BF10-4DB7-8DB1-F3896FB51772}"/>
              </a:ext>
            </a:extLst>
          </p:cNvPr>
          <p:cNvSpPr>
            <a:spLocks noGrp="1"/>
          </p:cNvSpPr>
          <p:nvPr/>
        </p:nvSpPr>
        <p:spPr>
          <a:xfrm rot="0">
            <a:off x="104775" y="8011830"/>
            <a:ext cx="38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 S</a:t>
            </a:r>
          </a:p>
        </p:txBody>
      </p:sp>
      <p:sp>
        <p:nvSpPr>
          <p:cNvPr id="102" name="text_101">
            <a:extLst>
              <a:ext uri="{FF2B5EF4-FFF2-40B4-BE49-F238E27FC236}">
                <ns2:creationId id="{292F8474-EA6D-4330-90A2-9BD8E06F9B8F}"/>
              </a:ext>
            </a:extLst>
          </p:cNvPr>
          <p:cNvSpPr>
            <a:spLocks noGrp="1"/>
          </p:cNvSpPr>
          <p:nvPr/>
        </p:nvSpPr>
        <p:spPr>
          <a:xfrm rot="0">
            <a:off x="919383" y="6663881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QLD</a:t>
            </a:r>
          </a:p>
        </p:txBody>
      </p:sp>
      <p:sp>
        <p:nvSpPr>
          <p:cNvPr id="103" name="text_102">
            <a:extLst>
              <a:ext uri="{FF2B5EF4-FFF2-40B4-BE49-F238E27FC236}">
                <ns2:creationId id="{474EE3DB-A9D8-4CCB-B780-CE86C1DB4C13}"/>
              </a:ext>
            </a:extLst>
          </p:cNvPr>
          <p:cNvSpPr>
            <a:spLocks noGrp="1"/>
          </p:cNvSpPr>
          <p:nvPr/>
        </p:nvSpPr>
        <p:spPr>
          <a:xfrm rot="0">
            <a:off x="919383" y="7520472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NSW</a:t>
            </a:r>
          </a:p>
        </p:txBody>
      </p:sp>
      <p:sp>
        <p:nvSpPr>
          <p:cNvPr id="104" name="text_103">
            <a:extLst>
              <a:ext uri="{FF2B5EF4-FFF2-40B4-BE49-F238E27FC236}">
                <ns2:creationId id="{89699D6B-B19D-47DB-9091-F8022FD48CA3}"/>
              </a:ext>
            </a:extLst>
          </p:cNvPr>
          <p:cNvSpPr>
            <a:spLocks noGrp="1"/>
          </p:cNvSpPr>
          <p:nvPr/>
        </p:nvSpPr>
        <p:spPr>
          <a:xfrm rot="0">
            <a:off x="783095" y="8252144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VIC</a:t>
            </a:r>
          </a:p>
        </p:txBody>
      </p:sp>
      <p:sp>
        <p:nvSpPr>
          <p:cNvPr id="105" name="line_104">
            <a:extLst>
              <a:ext uri="{FF2B5EF4-FFF2-40B4-BE49-F238E27FC236}">
                <ns2:creationId id="{6CEDE038-005D-4DEA-B67B-ECE2E99BDB93}"/>
              </a:ext>
            </a:extLst>
          </p:cNvPr>
          <p:cNvSpPr>
            <a:spLocks noGrp="1"/>
          </p:cNvSpPr>
          <p:nvPr/>
        </p:nvSpPr>
        <p:spPr>
          <a:xfrm>
            <a:off x="2229906" y="8429625"/>
            <a:ext cx="322794" cy="95"/>
          </a:xfrm>
          <a:custGeom>
            <a:pathLst>
              <a:path w="322794" h="95">
                <a:moveTo>
                  <a:pt x="0" y="0"/>
                </a:moveTo>
                <a:lnTo>
                  <a:pt x="322794" y="0"/>
                </a:lnTo>
              </a:path>
            </a:pathLst>
          </a:cu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6" name="line_105">
            <a:extLst>
              <a:ext uri="{FF2B5EF4-FFF2-40B4-BE49-F238E27FC236}">
                <ns2:creationId id="{17B74B16-5D8D-4CD7-8F2D-2ECDD654323A}"/>
              </a:ext>
            </a:extLst>
          </p:cNvPr>
          <p:cNvSpPr>
            <a:spLocks noGrp="1"/>
          </p:cNvSpPr>
          <p:nvPr/>
        </p:nvSpPr>
        <p:spPr>
          <a:xfrm>
            <a:off x="2229906" y="8401050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07" name="line_106">
            <a:extLst>
              <a:ext uri="{FF2B5EF4-FFF2-40B4-BE49-F238E27FC236}">
                <ns2:creationId id="{93297108-060D-4980-A48F-F4C06DA3C0B7}"/>
              </a:ext>
            </a:extLst>
          </p:cNvPr>
          <p:cNvSpPr>
            <a:spLocks noGrp="1"/>
          </p:cNvSpPr>
          <p:nvPr/>
        </p:nvSpPr>
        <p:spPr>
          <a:xfrm>
            <a:off x="2552700" y="8401050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08" name="text_107">
            <a:extLst>
              <a:ext uri="{FF2B5EF4-FFF2-40B4-BE49-F238E27FC236}">
                <ns2:creationId id="{C609B6DF-1B5A-420F-BAA9-877632B12B89}"/>
              </a:ext>
            </a:extLst>
          </p:cNvPr>
          <p:cNvSpPr>
            <a:spLocks noGrp="1"/>
          </p:cNvSpPr>
          <p:nvPr/>
        </p:nvSpPr>
        <p:spPr>
          <a:xfrm rot="0">
            <a:off x="2163231" y="8229600"/>
            <a:ext cx="4561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km</a:t>
            </a:r>
          </a:p>
        </p:txBody>
      </p:sp>
      <p:sp>
        <p:nvSpPr>
          <p:cNvPr id="109" name="ellipse_108">
            <a:extLst>
              <a:ext uri="{FF2B5EF4-FFF2-40B4-BE49-F238E27FC236}">
                <ns2:creationId id="{E16FD1E6-E573-4174-ACD0-4A3A869C67AA}"/>
              </a:ext>
            </a:extLst>
          </p:cNvPr>
          <p:cNvSpPr>
            <a:spLocks noGrp="1"/>
          </p:cNvSpPr>
          <p:nvPr/>
        </p:nvSpPr>
        <p:spPr>
          <a:xfrm rot="0">
            <a:off x="2365236" y="6928306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10" name="A_f17_True">
            <a:extLst>
              <a:ext uri="{FF2B5EF4-FFF2-40B4-BE49-F238E27FC236}">
                <ns2:creationId id="{AF214C3F-3942-465A-AC59-D3679E591FDA}"/>
              </a:ext>
            </a:extLst>
          </p:cNvPr>
          <p:cNvSpPr>
            <a:spLocks noGrp="1"/>
          </p:cNvSpPr>
          <p:nvPr/>
        </p:nvSpPr>
        <p:spPr>
          <a:xfrm rot="0">
            <a:off x="2382381" y="6945451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11" name="text_110">
            <a:extLst>
              <a:ext uri="{FF2B5EF4-FFF2-40B4-BE49-F238E27FC236}">
                <ns2:creationId id="{F44FF205-A55A-4FC9-AD78-450B78B2B530}"/>
              </a:ext>
            </a:extLst>
          </p:cNvPr>
          <p:cNvSpPr>
            <a:spLocks noGrp="1"/>
          </p:cNvSpPr>
          <p:nvPr/>
        </p:nvSpPr>
        <p:spPr>
          <a:xfrm rot="0">
            <a:off x="2164259" y="6755904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2" name="ellipse_111">
            <a:extLst>
              <a:ext uri="{FF2B5EF4-FFF2-40B4-BE49-F238E27FC236}">
                <ns2:creationId id="{02E360F4-1AE8-4AA7-80F7-DF0DCA30E5B4}"/>
              </a:ext>
            </a:extLst>
          </p:cNvPr>
          <p:cNvSpPr>
            <a:spLocks noGrp="1"/>
          </p:cNvSpPr>
          <p:nvPr/>
        </p:nvSpPr>
        <p:spPr>
          <a:xfrm rot="0">
            <a:off x="1677650" y="8303478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13" name="B_f17_True">
            <a:extLst>
              <a:ext uri="{FF2B5EF4-FFF2-40B4-BE49-F238E27FC236}">
                <ns2:creationId id="{19407B4C-4161-49EA-A49D-C0E6C3ED264D}"/>
              </a:ext>
            </a:extLst>
          </p:cNvPr>
          <p:cNvSpPr>
            <a:spLocks noGrp="1"/>
          </p:cNvSpPr>
          <p:nvPr/>
        </p:nvSpPr>
        <p:spPr>
          <a:xfrm rot="0">
            <a:off x="1694795" y="8320623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14" name="text_113">
            <a:extLst>
              <a:ext uri="{FF2B5EF4-FFF2-40B4-BE49-F238E27FC236}">
                <ns2:creationId id="{C5EC20E5-1509-444A-AAFD-BDFC08156365}"/>
              </a:ext>
            </a:extLst>
          </p:cNvPr>
          <p:cNvSpPr>
            <a:spLocks noGrp="1"/>
          </p:cNvSpPr>
          <p:nvPr/>
        </p:nvSpPr>
        <p:spPr>
          <a:xfrm rot="0">
            <a:off x="1810048" y="8131076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5" name="ellipse_114">
            <a:extLst>
              <a:ext uri="{FF2B5EF4-FFF2-40B4-BE49-F238E27FC236}">
                <ns2:creationId id="{2D0B4EB7-5737-446A-92F8-A274BDAEC480}"/>
              </a:ext>
            </a:extLst>
          </p:cNvPr>
          <p:cNvSpPr>
            <a:spLocks noGrp="1"/>
          </p:cNvSpPr>
          <p:nvPr/>
        </p:nvSpPr>
        <p:spPr>
          <a:xfrm rot="0">
            <a:off x="1219260" y="6830080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16" name="C_f17_True">
            <a:extLst>
              <a:ext uri="{FF2B5EF4-FFF2-40B4-BE49-F238E27FC236}">
                <ns2:creationId id="{D251CFA4-1FEB-4ACF-853E-2C80DF895EE4}"/>
              </a:ext>
            </a:extLst>
          </p:cNvPr>
          <p:cNvSpPr>
            <a:spLocks noGrp="1"/>
          </p:cNvSpPr>
          <p:nvPr/>
        </p:nvSpPr>
        <p:spPr>
          <a:xfrm rot="0">
            <a:off x="1236405" y="6847225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17" name="text_116">
            <a:extLst>
              <a:ext uri="{FF2B5EF4-FFF2-40B4-BE49-F238E27FC236}">
                <ns2:creationId id="{0EAD6CE3-75BD-42AA-9A0B-F94C43157997}"/>
              </a:ext>
            </a:extLst>
          </p:cNvPr>
          <p:cNvSpPr>
            <a:spLocks noGrp="1"/>
          </p:cNvSpPr>
          <p:nvPr/>
        </p:nvSpPr>
        <p:spPr>
          <a:xfrm rot="0">
            <a:off x="1351657" y="665767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18" name="">
            <a:extLst>
              <a:ext uri="{FF2B5EF4-FFF2-40B4-BE49-F238E27FC236}">
                <ns2:creationId id="{E061E859-F4A3-4F85-8B2D-6EB9D70CCBCD}"/>
              </a:ext>
            </a:extLst>
          </p:cNvPr>
          <p:cNvPicPr>
            <a:picLocks noChangeAspect="1"/>
          </p:cNvPicPr>
          <p:nvPr/>
        </p:nvPicPr>
        <p:blipFill>
          <a:blip r:embed="R02134ba4bcbe44da"/>
          <a:stretch/>
        </p:blipFill>
        <p:spPr>
          <a:xfrm>
            <a:off x="3267075" y="6477000"/>
            <a:ext cx="2095500" cy="2095500"/>
          </a:xfrm>
          <a:prstGeom prst="rect">
            <a:avLst/>
          </a:prstGeom>
        </p:spPr>
      </p:pic>
      <p:sp>
        <p:nvSpPr>
          <p:cNvPr id="119" name="rect_118">
            <a:extLst>
              <a:ext uri="{FF2B5EF4-FFF2-40B4-BE49-F238E27FC236}">
                <ns2:creationId id="{87DC1A6F-C77E-4700-BCDE-91A2842B641C}"/>
              </a:ext>
            </a:extLst>
          </p:cNvPr>
          <p:cNvSpPr>
            <a:spLocks noGrp="1"/>
          </p:cNvSpPr>
          <p:nvPr/>
        </p:nvSpPr>
        <p:spPr>
          <a:xfrm rot="0">
            <a:off x="3267075" y="6477000"/>
            <a:ext cx="2095500" cy="209550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120" name="line_119">
            <a:extLst>
              <a:ext uri="{FF2B5EF4-FFF2-40B4-BE49-F238E27FC236}">
                <ns2:creationId id="{3748D290-8E99-4DF5-B2CC-10F7174DBB22}"/>
              </a:ext>
            </a:extLst>
          </p:cNvPr>
          <p:cNvSpPr>
            <a:spLocks noGrp="1"/>
          </p:cNvSpPr>
          <p:nvPr/>
        </p:nvSpPr>
        <p:spPr>
          <a:xfrm>
            <a:off x="3528974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21" name="text_120">
            <a:extLst>
              <a:ext uri="{FF2B5EF4-FFF2-40B4-BE49-F238E27FC236}">
                <ns2:creationId id="{7B9555E9-D400-471F-B6F1-1E85BAF69623}"/>
              </a:ext>
            </a:extLst>
          </p:cNvPr>
          <p:cNvSpPr>
            <a:spLocks noGrp="1"/>
          </p:cNvSpPr>
          <p:nvPr/>
        </p:nvSpPr>
        <p:spPr>
          <a:xfrm rot="0">
            <a:off x="3319424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142 E</a:t>
            </a:r>
          </a:p>
        </p:txBody>
      </p:sp>
      <p:sp>
        <p:nvSpPr>
          <p:cNvPr id="122" name="line_121">
            <a:extLst>
              <a:ext uri="{FF2B5EF4-FFF2-40B4-BE49-F238E27FC236}">
                <ns2:creationId id="{9D74359C-F3C6-46ED-AE24-C6207F111641}"/>
              </a:ext>
            </a:extLst>
          </p:cNvPr>
          <p:cNvSpPr>
            <a:spLocks noGrp="1"/>
          </p:cNvSpPr>
          <p:nvPr/>
        </p:nvSpPr>
        <p:spPr>
          <a:xfrm>
            <a:off x="4437563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23" name="text_122">
            <a:extLst>
              <a:ext uri="{FF2B5EF4-FFF2-40B4-BE49-F238E27FC236}">
                <ns2:creationId id="{1E430D7E-51C9-4E9E-BDC9-F7708B8B394A}"/>
              </a:ext>
            </a:extLst>
          </p:cNvPr>
          <p:cNvSpPr>
            <a:spLocks noGrp="1"/>
          </p:cNvSpPr>
          <p:nvPr/>
        </p:nvSpPr>
        <p:spPr>
          <a:xfrm rot="0">
            <a:off x="4228013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 E</a:t>
            </a:r>
          </a:p>
        </p:txBody>
      </p:sp>
      <p:sp>
        <p:nvSpPr>
          <p:cNvPr id="124" name="line_123">
            <a:extLst>
              <a:ext uri="{FF2B5EF4-FFF2-40B4-BE49-F238E27FC236}">
                <ns2:creationId id="{4CE16485-A795-4512-B43E-C0DB49292E97}"/>
              </a:ext>
            </a:extLst>
          </p:cNvPr>
          <p:cNvSpPr>
            <a:spLocks noGrp="1"/>
          </p:cNvSpPr>
          <p:nvPr/>
        </p:nvSpPr>
        <p:spPr>
          <a:xfrm>
            <a:off x="5346151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25" name="text_124">
            <a:extLst>
              <a:ext uri="{FF2B5EF4-FFF2-40B4-BE49-F238E27FC236}">
                <ns2:creationId id="{94D1B1AA-1701-40F2-BE4D-0B2B7EEC069A}"/>
              </a:ext>
            </a:extLst>
          </p:cNvPr>
          <p:cNvSpPr>
            <a:spLocks noGrp="1"/>
          </p:cNvSpPr>
          <p:nvPr/>
        </p:nvSpPr>
        <p:spPr>
          <a:xfrm rot="0">
            <a:off x="5136601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E</a:t>
            </a:r>
          </a:p>
        </p:txBody>
      </p:sp>
      <p:sp>
        <p:nvSpPr>
          <p:cNvPr id="126" name="text_125">
            <a:extLst>
              <a:ext uri="{FF2B5EF4-FFF2-40B4-BE49-F238E27FC236}">
                <ns2:creationId id="{97719A44-B855-42FF-BDA8-488BF4A356BD}"/>
              </a:ext>
            </a:extLst>
          </p:cNvPr>
          <p:cNvSpPr>
            <a:spLocks noGrp="1"/>
          </p:cNvSpPr>
          <p:nvPr/>
        </p:nvSpPr>
        <p:spPr>
          <a:xfrm rot="0">
            <a:off x="3614958" y="6663881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QLD</a:t>
            </a:r>
          </a:p>
        </p:txBody>
      </p:sp>
      <p:sp>
        <p:nvSpPr>
          <p:cNvPr id="127" name="text_126">
            <a:extLst>
              <a:ext uri="{FF2B5EF4-FFF2-40B4-BE49-F238E27FC236}">
                <ns2:creationId id="{DD767DB6-8599-49E9-B3A3-53A6C6547C5F}"/>
              </a:ext>
            </a:extLst>
          </p:cNvPr>
          <p:cNvSpPr>
            <a:spLocks noGrp="1"/>
          </p:cNvSpPr>
          <p:nvPr/>
        </p:nvSpPr>
        <p:spPr>
          <a:xfrm rot="0">
            <a:off x="3614958" y="7520472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NSW</a:t>
            </a:r>
          </a:p>
        </p:txBody>
      </p:sp>
      <p:sp>
        <p:nvSpPr>
          <p:cNvPr id="128" name="text_127">
            <a:extLst>
              <a:ext uri="{FF2B5EF4-FFF2-40B4-BE49-F238E27FC236}">
                <ns2:creationId id="{C591B963-96AD-4499-B113-FA2529E2CE11}"/>
              </a:ext>
            </a:extLst>
          </p:cNvPr>
          <p:cNvSpPr>
            <a:spLocks noGrp="1"/>
          </p:cNvSpPr>
          <p:nvPr/>
        </p:nvSpPr>
        <p:spPr>
          <a:xfrm rot="0">
            <a:off x="3478670" y="8252144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VIC</a:t>
            </a:r>
          </a:p>
        </p:txBody>
      </p:sp>
      <p:sp>
        <p:nvSpPr>
          <p:cNvPr id="129" name="line_128">
            <a:extLst>
              <a:ext uri="{FF2B5EF4-FFF2-40B4-BE49-F238E27FC236}">
                <ns2:creationId id="{F1B74BA2-8A94-4589-949D-66AAA4B03498}"/>
              </a:ext>
            </a:extLst>
          </p:cNvPr>
          <p:cNvSpPr>
            <a:spLocks noGrp="1"/>
          </p:cNvSpPr>
          <p:nvPr/>
        </p:nvSpPr>
        <p:spPr>
          <a:xfrm>
            <a:off x="4925481" y="8429625"/>
            <a:ext cx="322794" cy="95"/>
          </a:xfrm>
          <a:custGeom>
            <a:pathLst>
              <a:path w="322794" h="95">
                <a:moveTo>
                  <a:pt x="0" y="0"/>
                </a:moveTo>
                <a:lnTo>
                  <a:pt x="322794" y="0"/>
                </a:lnTo>
              </a:path>
            </a:pathLst>
          </a:cu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30" name="line_129">
            <a:extLst>
              <a:ext uri="{FF2B5EF4-FFF2-40B4-BE49-F238E27FC236}">
                <ns2:creationId id="{93C01116-D179-4757-8FF6-F108B375BA7A}"/>
              </a:ext>
            </a:extLst>
          </p:cNvPr>
          <p:cNvSpPr>
            <a:spLocks noGrp="1"/>
          </p:cNvSpPr>
          <p:nvPr/>
        </p:nvSpPr>
        <p:spPr>
          <a:xfrm>
            <a:off x="4925481" y="8401050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31" name="line_130">
            <a:extLst>
              <a:ext uri="{FF2B5EF4-FFF2-40B4-BE49-F238E27FC236}">
                <ns2:creationId id="{E9AD0C92-B4F0-42A7-92AC-D464826A7E4B}"/>
              </a:ext>
            </a:extLst>
          </p:cNvPr>
          <p:cNvSpPr>
            <a:spLocks noGrp="1"/>
          </p:cNvSpPr>
          <p:nvPr/>
        </p:nvSpPr>
        <p:spPr>
          <a:xfrm>
            <a:off x="5248275" y="8401050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32" name="text_131">
            <a:extLst>
              <a:ext uri="{FF2B5EF4-FFF2-40B4-BE49-F238E27FC236}">
                <ns2:creationId id="{AB438660-CBF5-4F95-AD52-E8197B02CA72}"/>
              </a:ext>
            </a:extLst>
          </p:cNvPr>
          <p:cNvSpPr>
            <a:spLocks noGrp="1"/>
          </p:cNvSpPr>
          <p:nvPr/>
        </p:nvSpPr>
        <p:spPr>
          <a:xfrm rot="0">
            <a:off x="4858806" y="8229600"/>
            <a:ext cx="4561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km</a:t>
            </a:r>
          </a:p>
        </p:txBody>
      </p:sp>
      <p:sp>
        <p:nvSpPr>
          <p:cNvPr id="133" name="ellipse_132">
            <a:extLst>
              <a:ext uri="{FF2B5EF4-FFF2-40B4-BE49-F238E27FC236}">
                <ns2:creationId id="{88838E96-7D35-4736-BFAC-AEF09809A92F}"/>
              </a:ext>
            </a:extLst>
          </p:cNvPr>
          <p:cNvSpPr>
            <a:spLocks noGrp="1"/>
          </p:cNvSpPr>
          <p:nvPr/>
        </p:nvSpPr>
        <p:spPr>
          <a:xfrm rot="0">
            <a:off x="5060811" y="6895564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34" name="A_f18_True">
            <a:extLst>
              <a:ext uri="{FF2B5EF4-FFF2-40B4-BE49-F238E27FC236}">
                <ns2:creationId id="{6ACEE4AF-6533-4518-87CF-5198A3380D33}"/>
              </a:ext>
            </a:extLst>
          </p:cNvPr>
          <p:cNvSpPr>
            <a:spLocks noGrp="1"/>
          </p:cNvSpPr>
          <p:nvPr/>
        </p:nvSpPr>
        <p:spPr>
          <a:xfrm rot="0">
            <a:off x="5077956" y="6912709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35" name="text_134">
            <a:extLst>
              <a:ext uri="{FF2B5EF4-FFF2-40B4-BE49-F238E27FC236}">
                <ns2:creationId id="{A66FD0AE-4854-4424-AC98-8A048C2AF490}"/>
              </a:ext>
            </a:extLst>
          </p:cNvPr>
          <p:cNvSpPr>
            <a:spLocks noGrp="1"/>
          </p:cNvSpPr>
          <p:nvPr/>
        </p:nvSpPr>
        <p:spPr>
          <a:xfrm rot="0">
            <a:off x="4859834" y="6723162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ellipse_135">
            <a:extLst>
              <a:ext uri="{FF2B5EF4-FFF2-40B4-BE49-F238E27FC236}">
                <ns2:creationId id="{03109C50-306A-4CAE-8456-FAB6BB02E563}"/>
              </a:ext>
            </a:extLst>
          </p:cNvPr>
          <p:cNvSpPr>
            <a:spLocks noGrp="1"/>
          </p:cNvSpPr>
          <p:nvPr/>
        </p:nvSpPr>
        <p:spPr>
          <a:xfrm rot="0">
            <a:off x="4373225" y="8303478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37" name="B_f18_True">
            <a:extLst>
              <a:ext uri="{FF2B5EF4-FFF2-40B4-BE49-F238E27FC236}">
                <ns2:creationId id="{2CD5CC33-F7D8-44C6-BB70-2D8310D4880A}"/>
              </a:ext>
            </a:extLst>
          </p:cNvPr>
          <p:cNvSpPr>
            <a:spLocks noGrp="1"/>
          </p:cNvSpPr>
          <p:nvPr/>
        </p:nvSpPr>
        <p:spPr>
          <a:xfrm rot="0">
            <a:off x="4390370" y="8320623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38" name="text_137">
            <a:extLst>
              <a:ext uri="{FF2B5EF4-FFF2-40B4-BE49-F238E27FC236}">
                <ns2:creationId id="{0E1DD1A7-97D1-459C-9725-F423311C4572}"/>
              </a:ext>
            </a:extLst>
          </p:cNvPr>
          <p:cNvSpPr>
            <a:spLocks noGrp="1"/>
          </p:cNvSpPr>
          <p:nvPr/>
        </p:nvSpPr>
        <p:spPr>
          <a:xfrm rot="0">
            <a:off x="4505623" y="8131076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9" name="ellipse_138">
            <a:extLst>
              <a:ext uri="{FF2B5EF4-FFF2-40B4-BE49-F238E27FC236}">
                <ns2:creationId id="{7E0BF7B8-FE92-4BDC-B39D-8404B4A47CF4}"/>
              </a:ext>
            </a:extLst>
          </p:cNvPr>
          <p:cNvSpPr>
            <a:spLocks noGrp="1"/>
          </p:cNvSpPr>
          <p:nvPr/>
        </p:nvSpPr>
        <p:spPr>
          <a:xfrm rot="0">
            <a:off x="3914835" y="6830080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40" name="C_f18_True">
            <a:extLst>
              <a:ext uri="{FF2B5EF4-FFF2-40B4-BE49-F238E27FC236}">
                <ns2:creationId id="{E66680FA-C01A-4B0A-AB6D-94D50BECA8E3}"/>
              </a:ext>
            </a:extLst>
          </p:cNvPr>
          <p:cNvSpPr>
            <a:spLocks noGrp="1"/>
          </p:cNvSpPr>
          <p:nvPr/>
        </p:nvSpPr>
        <p:spPr>
          <a:xfrm rot="0">
            <a:off x="3931980" y="6847225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41" name="text_140">
            <a:extLst>
              <a:ext uri="{FF2B5EF4-FFF2-40B4-BE49-F238E27FC236}">
                <ns2:creationId id="{EEB25C82-7419-457A-BE1F-0AC76E2035A7}"/>
              </a:ext>
            </a:extLst>
          </p:cNvPr>
          <p:cNvSpPr>
            <a:spLocks noGrp="1"/>
          </p:cNvSpPr>
          <p:nvPr/>
        </p:nvSpPr>
        <p:spPr>
          <a:xfrm rot="0">
            <a:off x="4047232" y="665767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42" name="">
            <a:extLst>
              <a:ext uri="{FF2B5EF4-FFF2-40B4-BE49-F238E27FC236}">
                <ns2:creationId id="{E0470E6C-2C1D-44EE-A0E8-936B55901516}"/>
              </a:ext>
            </a:extLst>
          </p:cNvPr>
          <p:cNvPicPr>
            <a:picLocks noChangeAspect="1"/>
          </p:cNvPicPr>
          <p:nvPr/>
        </p:nvPicPr>
        <p:blipFill>
          <a:blip r:embed="Rf7d9d49a9e9648f9"/>
          <a:stretch/>
        </p:blipFill>
        <p:spPr>
          <a:xfrm>
            <a:off x="5962650" y="6477000"/>
            <a:ext cx="2095500" cy="2095500"/>
          </a:xfrm>
          <a:prstGeom prst="rect">
            <a:avLst/>
          </a:prstGeom>
        </p:spPr>
      </p:pic>
      <p:sp>
        <p:nvSpPr>
          <p:cNvPr id="143" name="rect_142">
            <a:extLst>
              <a:ext uri="{FF2B5EF4-FFF2-40B4-BE49-F238E27FC236}">
                <ns2:creationId id="{408FD929-7EA5-4BF6-B640-E9E456DC4B8F}"/>
              </a:ext>
            </a:extLst>
          </p:cNvPr>
          <p:cNvSpPr>
            <a:spLocks noGrp="1"/>
          </p:cNvSpPr>
          <p:nvPr/>
        </p:nvSpPr>
        <p:spPr>
          <a:xfrm rot="0">
            <a:off x="5962650" y="6477000"/>
            <a:ext cx="2095500" cy="209550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144" name="line_143">
            <a:extLst>
              <a:ext uri="{FF2B5EF4-FFF2-40B4-BE49-F238E27FC236}">
                <ns2:creationId id="{5AA2EA29-F3AE-42C8-A157-89E1F0A958AA}"/>
              </a:ext>
            </a:extLst>
          </p:cNvPr>
          <p:cNvSpPr>
            <a:spLocks noGrp="1"/>
          </p:cNvSpPr>
          <p:nvPr/>
        </p:nvSpPr>
        <p:spPr>
          <a:xfrm>
            <a:off x="6224549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45" name="text_144">
            <a:extLst>
              <a:ext uri="{FF2B5EF4-FFF2-40B4-BE49-F238E27FC236}">
                <ns2:creationId id="{87585F79-7F7B-4AC7-BFEE-39EE0C7FC927}"/>
              </a:ext>
            </a:extLst>
          </p:cNvPr>
          <p:cNvSpPr>
            <a:spLocks noGrp="1"/>
          </p:cNvSpPr>
          <p:nvPr/>
        </p:nvSpPr>
        <p:spPr>
          <a:xfrm rot="0">
            <a:off x="6014999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142 E</a:t>
            </a:r>
          </a:p>
        </p:txBody>
      </p:sp>
      <p:sp>
        <p:nvSpPr>
          <p:cNvPr id="146" name="line_145">
            <a:extLst>
              <a:ext uri="{FF2B5EF4-FFF2-40B4-BE49-F238E27FC236}">
                <ns2:creationId id="{F0A2E3C8-372C-4DE5-85C4-DDC7673C32D2}"/>
              </a:ext>
            </a:extLst>
          </p:cNvPr>
          <p:cNvSpPr>
            <a:spLocks noGrp="1"/>
          </p:cNvSpPr>
          <p:nvPr/>
        </p:nvSpPr>
        <p:spPr>
          <a:xfrm>
            <a:off x="7133138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47" name="text_146">
            <a:extLst>
              <a:ext uri="{FF2B5EF4-FFF2-40B4-BE49-F238E27FC236}">
                <ns2:creationId id="{08FC488F-D3F5-42C6-9EA1-4FED038692E8}"/>
              </a:ext>
            </a:extLst>
          </p:cNvPr>
          <p:cNvSpPr>
            <a:spLocks noGrp="1"/>
          </p:cNvSpPr>
          <p:nvPr/>
        </p:nvSpPr>
        <p:spPr>
          <a:xfrm rot="0">
            <a:off x="6923588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 E</a:t>
            </a:r>
          </a:p>
        </p:txBody>
      </p:sp>
      <p:sp>
        <p:nvSpPr>
          <p:cNvPr id="148" name="line_147">
            <a:extLst>
              <a:ext uri="{FF2B5EF4-FFF2-40B4-BE49-F238E27FC236}">
                <ns2:creationId id="{0AF71C88-6BFC-45C3-AA7D-95592D91ADB3}"/>
              </a:ext>
            </a:extLst>
          </p:cNvPr>
          <p:cNvSpPr>
            <a:spLocks noGrp="1"/>
          </p:cNvSpPr>
          <p:nvPr/>
        </p:nvSpPr>
        <p:spPr>
          <a:xfrm>
            <a:off x="8041726" y="85725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149" name="text_148">
            <a:extLst>
              <a:ext uri="{FF2B5EF4-FFF2-40B4-BE49-F238E27FC236}">
                <ns2:creationId id="{FD0F55EC-E66C-4608-9079-55C017B6859C}"/>
              </a:ext>
            </a:extLst>
          </p:cNvPr>
          <p:cNvSpPr>
            <a:spLocks noGrp="1"/>
          </p:cNvSpPr>
          <p:nvPr/>
        </p:nvSpPr>
        <p:spPr>
          <a:xfrm rot="0">
            <a:off x="7832176" y="8629650"/>
            <a:ext cx="419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E</a:t>
            </a:r>
          </a:p>
        </p:txBody>
      </p:sp>
      <p:sp>
        <p:nvSpPr>
          <p:cNvPr id="150" name="text_149">
            <a:extLst>
              <a:ext uri="{FF2B5EF4-FFF2-40B4-BE49-F238E27FC236}">
                <ns2:creationId id="{AF457AA2-4495-41EC-8571-079A1397B9C9}"/>
              </a:ext>
            </a:extLst>
          </p:cNvPr>
          <p:cNvSpPr>
            <a:spLocks noGrp="1"/>
          </p:cNvSpPr>
          <p:nvPr/>
        </p:nvSpPr>
        <p:spPr>
          <a:xfrm rot="0">
            <a:off x="6310533" y="6663881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QLD</a:t>
            </a:r>
          </a:p>
        </p:txBody>
      </p:sp>
      <p:sp>
        <p:nvSpPr>
          <p:cNvPr id="151" name="text_150">
            <a:extLst>
              <a:ext uri="{FF2B5EF4-FFF2-40B4-BE49-F238E27FC236}">
                <ns2:creationId id="{6F8F17C2-0096-4006-B285-E05CDB20202B}"/>
              </a:ext>
            </a:extLst>
          </p:cNvPr>
          <p:cNvSpPr>
            <a:spLocks noGrp="1"/>
          </p:cNvSpPr>
          <p:nvPr/>
        </p:nvSpPr>
        <p:spPr>
          <a:xfrm rot="0">
            <a:off x="6310533" y="7520472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NSW</a:t>
            </a:r>
          </a:p>
        </p:txBody>
      </p:sp>
      <p:sp>
        <p:nvSpPr>
          <p:cNvPr id="152" name="text_151">
            <a:extLst>
              <a:ext uri="{FF2B5EF4-FFF2-40B4-BE49-F238E27FC236}">
                <ns2:creationId id="{86C00508-D5E8-449D-AB15-DEE5912FFF6F}"/>
              </a:ext>
            </a:extLst>
          </p:cNvPr>
          <p:cNvSpPr>
            <a:spLocks noGrp="1"/>
          </p:cNvSpPr>
          <p:nvPr/>
        </p:nvSpPr>
        <p:spPr>
          <a:xfrm rot="0">
            <a:off x="6174245" y="8252144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657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C"/>
                </a:solidFill>
                <a:latin typeface="Arial"/>
                <a:ea typeface="Arial"/>
                <a:cs typeface="Arial"/>
              </a:rPr>
              <a:t>VIC</a:t>
            </a:r>
          </a:p>
        </p:txBody>
      </p:sp>
      <p:sp>
        <p:nvSpPr>
          <p:cNvPr id="153" name="line_152">
            <a:extLst>
              <a:ext uri="{FF2B5EF4-FFF2-40B4-BE49-F238E27FC236}">
                <ns2:creationId id="{BFB64A88-19B1-4C53-AA30-85481B1BEB81}"/>
              </a:ext>
            </a:extLst>
          </p:cNvPr>
          <p:cNvSpPr>
            <a:spLocks noGrp="1"/>
          </p:cNvSpPr>
          <p:nvPr/>
        </p:nvSpPr>
        <p:spPr>
          <a:xfrm>
            <a:off x="7621056" y="8429625"/>
            <a:ext cx="322794" cy="95"/>
          </a:xfrm>
          <a:custGeom>
            <a:pathLst>
              <a:path w="322794" h="95">
                <a:moveTo>
                  <a:pt x="0" y="0"/>
                </a:moveTo>
                <a:lnTo>
                  <a:pt x="322794" y="0"/>
                </a:lnTo>
              </a:path>
            </a:pathLst>
          </a:cu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54" name="line_153">
            <a:extLst>
              <a:ext uri="{FF2B5EF4-FFF2-40B4-BE49-F238E27FC236}">
                <ns2:creationId id="{9C14AE55-B9FF-4237-A646-2140EC1975C0}"/>
              </a:ext>
            </a:extLst>
          </p:cNvPr>
          <p:cNvSpPr>
            <a:spLocks noGrp="1"/>
          </p:cNvSpPr>
          <p:nvPr/>
        </p:nvSpPr>
        <p:spPr>
          <a:xfrm>
            <a:off x="7621056" y="8401050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55" name="line_154">
            <a:extLst>
              <a:ext uri="{FF2B5EF4-FFF2-40B4-BE49-F238E27FC236}">
                <ns2:creationId id="{37AF3FA2-8C9C-4540-BDD0-C9C885BE2154}"/>
              </a:ext>
            </a:extLst>
          </p:cNvPr>
          <p:cNvSpPr>
            <a:spLocks noGrp="1"/>
          </p:cNvSpPr>
          <p:nvPr/>
        </p:nvSpPr>
        <p:spPr>
          <a:xfrm>
            <a:off x="7943850" y="8401050"/>
            <a:ext cx="95" cy="57150"/>
          </a:xfrm>
          <a:custGeom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56" name="text_155">
            <a:extLst>
              <a:ext uri="{FF2B5EF4-FFF2-40B4-BE49-F238E27FC236}">
                <ns2:creationId id="{67D1DF7B-336A-47C0-B6C5-E9407E75F989}"/>
              </a:ext>
            </a:extLst>
          </p:cNvPr>
          <p:cNvSpPr>
            <a:spLocks noGrp="1"/>
          </p:cNvSpPr>
          <p:nvPr/>
        </p:nvSpPr>
        <p:spPr>
          <a:xfrm rot="0">
            <a:off x="7554381" y="8229600"/>
            <a:ext cx="45614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km</a:t>
            </a:r>
          </a:p>
        </p:txBody>
      </p:sp>
      <p:sp>
        <p:nvSpPr>
          <p:cNvPr id="157" name="ellipse_156">
            <a:extLst>
              <a:ext uri="{FF2B5EF4-FFF2-40B4-BE49-F238E27FC236}">
                <ns2:creationId id="{01BAD419-DE66-4677-9F5E-2C28137D728F}"/>
              </a:ext>
            </a:extLst>
          </p:cNvPr>
          <p:cNvSpPr>
            <a:spLocks noGrp="1"/>
          </p:cNvSpPr>
          <p:nvPr/>
        </p:nvSpPr>
        <p:spPr>
          <a:xfrm rot="0">
            <a:off x="7690902" y="7157502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58" name="A_f19_True">
            <a:extLst>
              <a:ext uri="{FF2B5EF4-FFF2-40B4-BE49-F238E27FC236}">
                <ns2:creationId id="{3840C2BC-A1B1-4BF4-8BEA-7D65915A37A1}"/>
              </a:ext>
            </a:extLst>
          </p:cNvPr>
          <p:cNvSpPr>
            <a:spLocks noGrp="1"/>
          </p:cNvSpPr>
          <p:nvPr/>
        </p:nvSpPr>
        <p:spPr>
          <a:xfrm rot="0">
            <a:off x="7708047" y="7174647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59" name="text_158">
            <a:extLst>
              <a:ext uri="{FF2B5EF4-FFF2-40B4-BE49-F238E27FC236}">
                <ns2:creationId id="{53B3ABF3-7A5D-4B9A-81D9-1C9125032B14}"/>
              </a:ext>
            </a:extLst>
          </p:cNvPr>
          <p:cNvSpPr>
            <a:spLocks noGrp="1"/>
          </p:cNvSpPr>
          <p:nvPr/>
        </p:nvSpPr>
        <p:spPr>
          <a:xfrm rot="0">
            <a:off x="7823299" y="6985099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0" name="ellipse_159">
            <a:extLst>
              <a:ext uri="{FF2B5EF4-FFF2-40B4-BE49-F238E27FC236}">
                <ns2:creationId id="{8CDAE30D-F069-4178-AB3C-16D84237A8F6}"/>
              </a:ext>
            </a:extLst>
          </p:cNvPr>
          <p:cNvSpPr>
            <a:spLocks noGrp="1"/>
          </p:cNvSpPr>
          <p:nvPr/>
        </p:nvSpPr>
        <p:spPr>
          <a:xfrm rot="0">
            <a:off x="7068800" y="8303478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61" name="B_f19_True">
            <a:extLst>
              <a:ext uri="{FF2B5EF4-FFF2-40B4-BE49-F238E27FC236}">
                <ns2:creationId id="{F1DDCF57-1A39-47B5-BED4-D05A4CC9722A}"/>
              </a:ext>
            </a:extLst>
          </p:cNvPr>
          <p:cNvSpPr>
            <a:spLocks noGrp="1"/>
          </p:cNvSpPr>
          <p:nvPr/>
        </p:nvSpPr>
        <p:spPr>
          <a:xfrm rot="0">
            <a:off x="7085945" y="8320623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62" name="text_161">
            <a:extLst>
              <a:ext uri="{FF2B5EF4-FFF2-40B4-BE49-F238E27FC236}">
                <ns2:creationId id="{AD23DF08-6F5D-41BA-AAEB-81725102788E}"/>
              </a:ext>
            </a:extLst>
          </p:cNvPr>
          <p:cNvSpPr>
            <a:spLocks noGrp="1"/>
          </p:cNvSpPr>
          <p:nvPr/>
        </p:nvSpPr>
        <p:spPr>
          <a:xfrm rot="0">
            <a:off x="7201198" y="8131076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3" name="ellipse_162">
            <a:extLst>
              <a:ext uri="{FF2B5EF4-FFF2-40B4-BE49-F238E27FC236}">
                <ns2:creationId id="{6D287420-15F8-4629-8055-2CF2A9ED71ED}"/>
              </a:ext>
            </a:extLst>
          </p:cNvPr>
          <p:cNvSpPr>
            <a:spLocks noGrp="1"/>
          </p:cNvSpPr>
          <p:nvPr/>
        </p:nvSpPr>
        <p:spPr>
          <a:xfrm rot="0">
            <a:off x="6610410" y="6830080"/>
            <a:ext cx="112395" cy="11239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164" name="C_f19_True">
            <a:extLst>
              <a:ext uri="{FF2B5EF4-FFF2-40B4-BE49-F238E27FC236}">
                <ns2:creationId id="{AD06BA79-BE9A-45F9-AA78-BE43E3AAF3E4}"/>
              </a:ext>
            </a:extLst>
          </p:cNvPr>
          <p:cNvSpPr>
            <a:spLocks noGrp="1"/>
          </p:cNvSpPr>
          <p:nvPr/>
        </p:nvSpPr>
        <p:spPr>
          <a:xfrm rot="0">
            <a:off x="6627555" y="6847225"/>
            <a:ext cx="78105" cy="7810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65" name="text_164">
            <a:extLst>
              <a:ext uri="{FF2B5EF4-FFF2-40B4-BE49-F238E27FC236}">
                <ns2:creationId id="{A747BAD3-CD9C-4414-94C6-7F14B16762E4}"/>
              </a:ext>
            </a:extLst>
          </p:cNvPr>
          <p:cNvSpPr>
            <a:spLocks noGrp="1"/>
          </p:cNvSpPr>
          <p:nvPr/>
        </p:nvSpPr>
        <p:spPr>
          <a:xfrm rot="0">
            <a:off x="6742807" y="665767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66" name="">
            <a:extLst>
              <a:ext uri="{FF2B5EF4-FFF2-40B4-BE49-F238E27FC236}">
                <ns2:creationId id="{67C205EA-EAD6-4B64-8E39-ACB18F8FFAEC}"/>
              </a:ext>
            </a:extLst>
          </p:cNvPr>
          <p:cNvPicPr>
            <a:picLocks noChangeAspect="1"/>
          </p:cNvPicPr>
          <p:nvPr/>
        </p:nvPicPr>
        <p:blipFill>
          <a:blip r:embed="R670ed4927ad74cb9"/>
          <a:stretch/>
        </p:blipFill>
        <p:spPr>
          <a:xfrm>
            <a:off x="3905250" y="5886450"/>
            <a:ext cx="3238500" cy="95250"/>
          </a:xfrm>
          <a:prstGeom prst="rect">
            <a:avLst/>
          </a:prstGeom>
        </p:spPr>
      </p:pic>
      <p:sp>
        <p:nvSpPr>
          <p:cNvPr id="167" name="text_166">
            <a:extLst>
              <a:ext uri="{FF2B5EF4-FFF2-40B4-BE49-F238E27FC236}">
                <ns2:creationId id="{8E8A771E-77B9-4A49-94A9-88015CC9BAFF}"/>
              </a:ext>
            </a:extLst>
          </p:cNvPr>
          <p:cNvSpPr>
            <a:spLocks noGrp="1"/>
          </p:cNvSpPr>
          <p:nvPr/>
        </p:nvSpPr>
        <p:spPr>
          <a:xfrm rot="0">
            <a:off x="571500" y="58293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log(1 + FRP sum / MW)</a:t>
            </a:r>
          </a:p>
        </p:txBody>
      </p:sp>
      <p:sp>
        <p:nvSpPr>
          <p:cNvPr id="168" name="text_167">
            <a:extLst>
              <a:ext uri="{FF2B5EF4-FFF2-40B4-BE49-F238E27FC236}">
                <ns2:creationId id="{E822886D-8193-440D-A9D1-D5F620879F8C}"/>
              </a:ext>
            </a:extLst>
          </p:cNvPr>
          <p:cNvSpPr>
            <a:spLocks noGrp="1"/>
          </p:cNvSpPr>
          <p:nvPr/>
        </p:nvSpPr>
        <p:spPr>
          <a:xfrm rot="0">
            <a:off x="3648075" y="5829300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9" name="text_168">
            <a:extLst>
              <a:ext uri="{FF2B5EF4-FFF2-40B4-BE49-F238E27FC236}">
                <ns2:creationId id="{211871FF-6336-4AE3-A66B-BEE5E1800E5E}"/>
              </a:ext>
            </a:extLst>
          </p:cNvPr>
          <p:cNvSpPr>
            <a:spLocks noGrp="1"/>
          </p:cNvSpPr>
          <p:nvPr/>
        </p:nvSpPr>
        <p:spPr>
          <a:xfrm rot="0">
            <a:off x="7229475" y="5829300"/>
            <a:ext cx="723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12.05</a:t>
            </a:r>
          </a:p>
        </p:txBody>
      </p:sp>
      <p:pic>
        <p:nvPicPr>
          <p:cNvPr id="170" name="">
            <a:extLst>
              <a:ext uri="{FF2B5EF4-FFF2-40B4-BE49-F238E27FC236}">
                <ns2:creationId id="{7095E76E-5C62-47AD-9C13-0BA40C7BDCBC}"/>
              </a:ext>
            </a:extLst>
          </p:cNvPr>
          <p:cNvPicPr>
            <a:picLocks noChangeAspect="1"/>
          </p:cNvPicPr>
          <p:nvPr/>
        </p:nvPicPr>
        <p:blipFill>
          <a:blip r:embed="R8aa60bd01a5540b4"/>
          <a:stretch/>
        </p:blipFill>
        <p:spPr>
          <a:xfrm>
            <a:off x="3905250" y="9096375"/>
            <a:ext cx="3238500" cy="95250"/>
          </a:xfrm>
          <a:prstGeom prst="rect">
            <a:avLst/>
          </a:prstGeom>
        </p:spPr>
      </p:pic>
      <p:sp>
        <p:nvSpPr>
          <p:cNvPr id="171" name="text_170">
            <a:extLst>
              <a:ext uri="{FF2B5EF4-FFF2-40B4-BE49-F238E27FC236}">
                <ns2:creationId id="{E58A746B-C7DA-49E9-AB45-81FFBB9FD71E}"/>
              </a:ext>
            </a:extLst>
          </p:cNvPr>
          <p:cNvSpPr>
            <a:spLocks noGrp="1"/>
          </p:cNvSpPr>
          <p:nvPr/>
        </p:nvSpPr>
        <p:spPr>
          <a:xfrm rot="0">
            <a:off x="571500" y="90392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Processed log-FRP</a:t>
            </a:r>
          </a:p>
        </p:txBody>
      </p:sp>
      <p:sp>
        <p:nvSpPr>
          <p:cNvPr id="172" name="text_171">
            <a:extLst>
              <a:ext uri="{FF2B5EF4-FFF2-40B4-BE49-F238E27FC236}">
                <ns2:creationId id="{0E051558-C936-42B4-9883-12EC4CD343A1}"/>
              </a:ext>
            </a:extLst>
          </p:cNvPr>
          <p:cNvSpPr>
            <a:spLocks noGrp="1"/>
          </p:cNvSpPr>
          <p:nvPr/>
        </p:nvSpPr>
        <p:spPr>
          <a:xfrm rot="0">
            <a:off x="3648075" y="9039225"/>
            <a:ext cx="209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3" name="text_172">
            <a:extLst>
              <a:ext uri="{FF2B5EF4-FFF2-40B4-BE49-F238E27FC236}">
                <ns2:creationId id="{6A230775-3626-400A-B0C2-7C66A472A305}"/>
              </a:ext>
            </a:extLst>
          </p:cNvPr>
          <p:cNvSpPr>
            <a:spLocks noGrp="1"/>
          </p:cNvSpPr>
          <p:nvPr/>
        </p:nvSpPr>
        <p:spPr>
          <a:xfrm rot="0">
            <a:off x="7229475" y="9039225"/>
            <a:ext cx="723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4.21</a:t>
            </a:r>
          </a:p>
        </p:txBody>
      </p:sp>
      <p:sp>
        <p:nvSpPr>
          <p:cNvPr id="174" name="text_173">
            <a:extLst>
              <a:ext uri="{FF2B5EF4-FFF2-40B4-BE49-F238E27FC236}">
                <ns2:creationId id="{34AD4E28-47C8-41C9-8D87-061E1E40BCBA}"/>
              </a:ext>
            </a:extLst>
          </p:cNvPr>
          <p:cNvSpPr>
            <a:spLocks noGrp="1"/>
          </p:cNvSpPr>
          <p:nvPr/>
        </p:nvSpPr>
        <p:spPr>
          <a:xfrm rot="0">
            <a:off x="8553450" y="2343150"/>
            <a:ext cx="352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Frame 18: saved profiles</a:t>
            </a:r>
          </a:p>
        </p:txBody>
      </p:sp>
      <p:sp>
        <p:nvSpPr>
          <p:cNvPr id="175" name="text_174">
            <a:extLst>
              <a:ext uri="{FF2B5EF4-FFF2-40B4-BE49-F238E27FC236}">
                <ns2:creationId id="{FDB7C550-E6EB-44EF-AA20-A82C3CB66D96}"/>
              </a:ext>
            </a:extLst>
          </p:cNvPr>
          <p:cNvSpPr>
            <a:spLocks noGrp="1"/>
          </p:cNvSpPr>
          <p:nvPr/>
        </p:nvSpPr>
        <p:spPr>
          <a:xfrm rot="0">
            <a:off x="8905875" y="27908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Processed log-FRP</a:t>
            </a:r>
          </a:p>
        </p:txBody>
      </p:sp>
      <p:sp>
        <p:nvSpPr>
          <p:cNvPr id="176" name="line_175">
            <a:extLst>
              <a:ext uri="{FF2B5EF4-FFF2-40B4-BE49-F238E27FC236}">
                <ns2:creationId id="{1D7E4962-F845-48B1-A6B6-41DA91B296AE}"/>
              </a:ext>
            </a:extLst>
          </p:cNvPr>
          <p:cNvSpPr>
            <a:spLocks noGrp="1"/>
          </p:cNvSpPr>
          <p:nvPr/>
        </p:nvSpPr>
        <p:spPr>
          <a:xfrm>
            <a:off x="8905875" y="4668012"/>
            <a:ext cx="2971800" cy="95"/>
          </a:xfrm>
          <a:custGeom>
            <a:pathLst>
              <a:path w="2971800" h="95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5715">
            <a:solidFill>
              <a:srgbClr val="DEE3E7"/>
            </a:solidFill>
            <a:prstDash val="solid"/>
          </a:ln>
        </p:spPr>
      </p:sp>
      <p:sp>
        <p:nvSpPr>
          <p:cNvPr id="177" name="text_176">
            <a:extLst>
              <a:ext uri="{FF2B5EF4-FFF2-40B4-BE49-F238E27FC236}">
                <ns2:creationId id="{554488CA-3356-474E-A427-B95CF18AB462}"/>
              </a:ext>
            </a:extLst>
          </p:cNvPr>
          <p:cNvSpPr>
            <a:spLocks noGrp="1"/>
          </p:cNvSpPr>
          <p:nvPr/>
        </p:nvSpPr>
        <p:spPr>
          <a:xfrm rot="0">
            <a:off x="8572500" y="4572762"/>
            <a:ext cx="257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8" name="line_177">
            <a:extLst>
              <a:ext uri="{FF2B5EF4-FFF2-40B4-BE49-F238E27FC236}">
                <ns2:creationId id="{5F10A5EB-3311-45D1-8E4C-5377BA6EBE43}"/>
              </a:ext>
            </a:extLst>
          </p:cNvPr>
          <p:cNvSpPr>
            <a:spLocks noGrp="1"/>
          </p:cNvSpPr>
          <p:nvPr/>
        </p:nvSpPr>
        <p:spPr>
          <a:xfrm>
            <a:off x="8905875" y="3989832"/>
            <a:ext cx="2971800" cy="95"/>
          </a:xfrm>
          <a:custGeom>
            <a:pathLst>
              <a:path w="2971800" h="95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5715">
            <a:solidFill>
              <a:srgbClr val="DEE3E7"/>
            </a:solidFill>
            <a:prstDash val="solid"/>
          </a:ln>
        </p:spPr>
      </p:sp>
      <p:sp>
        <p:nvSpPr>
          <p:cNvPr id="179" name="text_178">
            <a:extLst>
              <a:ext uri="{FF2B5EF4-FFF2-40B4-BE49-F238E27FC236}">
                <ns2:creationId id="{7120484F-369E-4F85-8CA0-B8C7387341CD}"/>
              </a:ext>
            </a:extLst>
          </p:cNvPr>
          <p:cNvSpPr>
            <a:spLocks noGrp="1"/>
          </p:cNvSpPr>
          <p:nvPr/>
        </p:nvSpPr>
        <p:spPr>
          <a:xfrm rot="0">
            <a:off x="8572500" y="3894582"/>
            <a:ext cx="257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0" name="line_179">
            <a:extLst>
              <a:ext uri="{FF2B5EF4-FFF2-40B4-BE49-F238E27FC236}">
                <ns2:creationId id="{696D717B-E63A-4DDD-8AFA-FB051E46A1E2}"/>
              </a:ext>
            </a:extLst>
          </p:cNvPr>
          <p:cNvSpPr>
            <a:spLocks noGrp="1"/>
          </p:cNvSpPr>
          <p:nvPr/>
        </p:nvSpPr>
        <p:spPr>
          <a:xfrm>
            <a:off x="8905875" y="3311652"/>
            <a:ext cx="2971800" cy="95"/>
          </a:xfrm>
          <a:custGeom>
            <a:pathLst>
              <a:path w="2971800" h="95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5715">
            <a:solidFill>
              <a:srgbClr val="DEE3E7"/>
            </a:solidFill>
            <a:prstDash val="solid"/>
          </a:ln>
        </p:spPr>
      </p:sp>
      <p:sp>
        <p:nvSpPr>
          <p:cNvPr id="181" name="text_180">
            <a:extLst>
              <a:ext uri="{FF2B5EF4-FFF2-40B4-BE49-F238E27FC236}">
                <ns2:creationId id="{248997C0-DA06-4377-8A29-6014DBA4FCC4}"/>
              </a:ext>
            </a:extLst>
          </p:cNvPr>
          <p:cNvSpPr>
            <a:spLocks noGrp="1"/>
          </p:cNvSpPr>
          <p:nvPr/>
        </p:nvSpPr>
        <p:spPr>
          <a:xfrm rot="0">
            <a:off x="8572500" y="3216402"/>
            <a:ext cx="257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2" name="text_181">
            <a:extLst>
              <a:ext uri="{FF2B5EF4-FFF2-40B4-BE49-F238E27FC236}">
                <ns2:creationId id="{B002ABA5-A76F-45D5-8E99-6D1CF87B33D7}"/>
              </a:ext>
            </a:extLst>
          </p:cNvPr>
          <p:cNvSpPr>
            <a:spLocks noGrp="1"/>
          </p:cNvSpPr>
          <p:nvPr/>
        </p:nvSpPr>
        <p:spPr>
          <a:xfrm rot="0">
            <a:off x="8715375" y="4962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3" name="text_182">
            <a:extLst>
              <a:ext uri="{FF2B5EF4-FFF2-40B4-BE49-F238E27FC236}">
                <ns2:creationId id="{6BF6578A-BC20-46BE-83EC-F5C1477CE57C}"/>
              </a:ext>
            </a:extLst>
          </p:cNvPr>
          <p:cNvSpPr>
            <a:spLocks noGrp="1"/>
          </p:cNvSpPr>
          <p:nvPr/>
        </p:nvSpPr>
        <p:spPr>
          <a:xfrm rot="0">
            <a:off x="10201275" y="4962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84" name="text_183">
            <a:extLst>
              <a:ext uri="{FF2B5EF4-FFF2-40B4-BE49-F238E27FC236}">
                <ns2:creationId id="{CA38C34E-8D5C-475C-A6F9-67CF71FC70F3}"/>
              </a:ext>
            </a:extLst>
          </p:cNvPr>
          <p:cNvSpPr>
            <a:spLocks noGrp="1"/>
          </p:cNvSpPr>
          <p:nvPr/>
        </p:nvSpPr>
        <p:spPr>
          <a:xfrm rot="0">
            <a:off x="11687175" y="4962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5" name="rect_184">
            <a:extLst>
              <a:ext uri="{FF2B5EF4-FFF2-40B4-BE49-F238E27FC236}">
                <ns2:creationId id="{236ACB6C-794D-4A5E-984F-601C8E613E85}"/>
              </a:ext>
            </a:extLst>
          </p:cNvPr>
          <p:cNvSpPr>
            <a:spLocks noGrp="1"/>
          </p:cNvSpPr>
          <p:nvPr/>
        </p:nvSpPr>
        <p:spPr>
          <a:xfrm rot="0">
            <a:off x="8905875" y="3209925"/>
            <a:ext cx="2971800" cy="1695450"/>
          </a:xfrm>
          <a:prstGeom prst="rect">
            <a:avLst/>
          </a:prstGeom>
          <a:noFill/>
          <a:ln w="6668">
            <a:solidFill>
              <a:srgbClr val="65727C"/>
            </a:solidFill>
            <a:prstDash val="solid"/>
          </a:ln>
        </p:spPr>
      </p:sp>
      <p:sp>
        <p:nvSpPr>
          <p:cNvPr id="186" name="complete_saved_P_profile">
            <a:extLst>
              <a:ext uri="{FF2B5EF4-FFF2-40B4-BE49-F238E27FC236}">
                <ns2:creationId id="{88E86F9D-5F21-4D8F-A0C1-B143A3FD9E2C}"/>
              </a:ext>
            </a:extLst>
          </p:cNvPr>
          <p:cNvSpPr>
            <a:spLocks noGrp="1"/>
          </p:cNvSpPr>
          <p:nvPr/>
        </p:nvSpPr>
        <p:spPr>
          <a:xfrm>
            <a:off x="8905875" y="3612720"/>
            <a:ext cx="2971800" cy="1055271"/>
          </a:xfrm>
          <a:custGeom>
            <a:pathLst>
              <a:path w="2971800" h="1055271">
                <a:moveTo>
                  <a:pt x="0" y="1055271"/>
                </a:moveTo>
                <a:lnTo>
                  <a:pt x="1452" y="1055270"/>
                </a:lnTo>
                <a:lnTo>
                  <a:pt x="2904" y="1055270"/>
                </a:lnTo>
                <a:lnTo>
                  <a:pt x="4355" y="1055270"/>
                </a:lnTo>
                <a:lnTo>
                  <a:pt x="5807" y="1055269"/>
                </a:lnTo>
                <a:lnTo>
                  <a:pt x="7259" y="1055269"/>
                </a:lnTo>
                <a:lnTo>
                  <a:pt x="8711" y="1055268"/>
                </a:lnTo>
                <a:lnTo>
                  <a:pt x="10162" y="1055268"/>
                </a:lnTo>
                <a:lnTo>
                  <a:pt x="11614" y="1055268"/>
                </a:lnTo>
                <a:lnTo>
                  <a:pt x="13066" y="1055267"/>
                </a:lnTo>
                <a:lnTo>
                  <a:pt x="14518" y="1055267"/>
                </a:lnTo>
                <a:lnTo>
                  <a:pt x="15970" y="1055267"/>
                </a:lnTo>
                <a:lnTo>
                  <a:pt x="17421" y="1055267"/>
                </a:lnTo>
                <a:lnTo>
                  <a:pt x="18873" y="1055266"/>
                </a:lnTo>
                <a:lnTo>
                  <a:pt x="20325" y="1055266"/>
                </a:lnTo>
                <a:lnTo>
                  <a:pt x="21777" y="1055266"/>
                </a:lnTo>
                <a:lnTo>
                  <a:pt x="23229" y="1055266"/>
                </a:lnTo>
                <a:lnTo>
                  <a:pt x="24680" y="1055265"/>
                </a:lnTo>
                <a:lnTo>
                  <a:pt x="26132" y="1055265"/>
                </a:lnTo>
                <a:lnTo>
                  <a:pt x="27584" y="1055265"/>
                </a:lnTo>
                <a:lnTo>
                  <a:pt x="29036" y="1055265"/>
                </a:lnTo>
                <a:lnTo>
                  <a:pt x="30487" y="1055265"/>
                </a:lnTo>
                <a:lnTo>
                  <a:pt x="31939" y="1055264"/>
                </a:lnTo>
                <a:lnTo>
                  <a:pt x="33391" y="1055264"/>
                </a:lnTo>
                <a:lnTo>
                  <a:pt x="34843" y="1055264"/>
                </a:lnTo>
                <a:lnTo>
                  <a:pt x="36295" y="1055264"/>
                </a:lnTo>
                <a:lnTo>
                  <a:pt x="37746" y="1055264"/>
                </a:lnTo>
                <a:lnTo>
                  <a:pt x="39198" y="1055263"/>
                </a:lnTo>
                <a:lnTo>
                  <a:pt x="40650" y="1055263"/>
                </a:lnTo>
                <a:lnTo>
                  <a:pt x="42102" y="1055263"/>
                </a:lnTo>
                <a:lnTo>
                  <a:pt x="43553" y="1055263"/>
                </a:lnTo>
                <a:lnTo>
                  <a:pt x="45005" y="1055262"/>
                </a:lnTo>
                <a:lnTo>
                  <a:pt x="46457" y="1055262"/>
                </a:lnTo>
                <a:lnTo>
                  <a:pt x="47909" y="1055262"/>
                </a:lnTo>
                <a:lnTo>
                  <a:pt x="49361" y="1055262"/>
                </a:lnTo>
                <a:lnTo>
                  <a:pt x="50812" y="1055262"/>
                </a:lnTo>
                <a:lnTo>
                  <a:pt x="52264" y="1055261"/>
                </a:lnTo>
                <a:lnTo>
                  <a:pt x="53716" y="1055261"/>
                </a:lnTo>
                <a:lnTo>
                  <a:pt x="55168" y="1055261"/>
                </a:lnTo>
                <a:lnTo>
                  <a:pt x="56620" y="1055260"/>
                </a:lnTo>
                <a:lnTo>
                  <a:pt x="58071" y="1055260"/>
                </a:lnTo>
                <a:lnTo>
                  <a:pt x="59523" y="1055260"/>
                </a:lnTo>
                <a:lnTo>
                  <a:pt x="60975" y="1055260"/>
                </a:lnTo>
                <a:lnTo>
                  <a:pt x="62427" y="1055259"/>
                </a:lnTo>
                <a:lnTo>
                  <a:pt x="63878" y="1055259"/>
                </a:lnTo>
                <a:lnTo>
                  <a:pt x="65330" y="1055259"/>
                </a:lnTo>
                <a:lnTo>
                  <a:pt x="66782" y="1055258"/>
                </a:lnTo>
                <a:lnTo>
                  <a:pt x="68234" y="1055258"/>
                </a:lnTo>
                <a:lnTo>
                  <a:pt x="69686" y="1055258"/>
                </a:lnTo>
                <a:lnTo>
                  <a:pt x="71137" y="1055257"/>
                </a:lnTo>
                <a:lnTo>
                  <a:pt x="72589" y="1055257"/>
                </a:lnTo>
                <a:lnTo>
                  <a:pt x="74041" y="1055256"/>
                </a:lnTo>
                <a:lnTo>
                  <a:pt x="75493" y="1055256"/>
                </a:lnTo>
                <a:lnTo>
                  <a:pt x="76945" y="1055256"/>
                </a:lnTo>
                <a:lnTo>
                  <a:pt x="78396" y="1055255"/>
                </a:lnTo>
                <a:lnTo>
                  <a:pt x="79848" y="1055255"/>
                </a:lnTo>
                <a:lnTo>
                  <a:pt x="81300" y="1055254"/>
                </a:lnTo>
                <a:lnTo>
                  <a:pt x="82752" y="1055254"/>
                </a:lnTo>
                <a:lnTo>
                  <a:pt x="84203" y="1055253"/>
                </a:lnTo>
                <a:lnTo>
                  <a:pt x="85655" y="1055253"/>
                </a:lnTo>
                <a:lnTo>
                  <a:pt x="87107" y="1055252"/>
                </a:lnTo>
                <a:lnTo>
                  <a:pt x="88559" y="1055252"/>
                </a:lnTo>
                <a:lnTo>
                  <a:pt x="90011" y="1055251"/>
                </a:lnTo>
                <a:lnTo>
                  <a:pt x="91462" y="1055251"/>
                </a:lnTo>
                <a:lnTo>
                  <a:pt x="92914" y="1055250"/>
                </a:lnTo>
                <a:lnTo>
                  <a:pt x="94366" y="1055250"/>
                </a:lnTo>
                <a:lnTo>
                  <a:pt x="95818" y="1055249"/>
                </a:lnTo>
                <a:lnTo>
                  <a:pt x="97269" y="1055249"/>
                </a:lnTo>
                <a:lnTo>
                  <a:pt x="98721" y="1055248"/>
                </a:lnTo>
                <a:lnTo>
                  <a:pt x="100173" y="1055247"/>
                </a:lnTo>
                <a:lnTo>
                  <a:pt x="101625" y="1055247"/>
                </a:lnTo>
                <a:lnTo>
                  <a:pt x="103077" y="1055246"/>
                </a:lnTo>
                <a:lnTo>
                  <a:pt x="104528" y="1055246"/>
                </a:lnTo>
                <a:lnTo>
                  <a:pt x="105980" y="1055245"/>
                </a:lnTo>
                <a:lnTo>
                  <a:pt x="107432" y="1055244"/>
                </a:lnTo>
                <a:lnTo>
                  <a:pt x="108884" y="1055243"/>
                </a:lnTo>
                <a:lnTo>
                  <a:pt x="110336" y="1055242"/>
                </a:lnTo>
                <a:lnTo>
                  <a:pt x="111787" y="1055242"/>
                </a:lnTo>
                <a:lnTo>
                  <a:pt x="113239" y="1055241"/>
                </a:lnTo>
                <a:lnTo>
                  <a:pt x="114691" y="1055240"/>
                </a:lnTo>
                <a:lnTo>
                  <a:pt x="116143" y="1055238"/>
                </a:lnTo>
                <a:lnTo>
                  <a:pt x="117594" y="1055238"/>
                </a:lnTo>
                <a:lnTo>
                  <a:pt x="119046" y="1055237"/>
                </a:lnTo>
                <a:lnTo>
                  <a:pt x="120498" y="1055237"/>
                </a:lnTo>
                <a:lnTo>
                  <a:pt x="121950" y="1055236"/>
                </a:lnTo>
                <a:lnTo>
                  <a:pt x="123402" y="1055235"/>
                </a:lnTo>
                <a:lnTo>
                  <a:pt x="124853" y="1055233"/>
                </a:lnTo>
                <a:lnTo>
                  <a:pt x="126305" y="1055232"/>
                </a:lnTo>
                <a:lnTo>
                  <a:pt x="127757" y="1055232"/>
                </a:lnTo>
                <a:lnTo>
                  <a:pt x="129209" y="1055231"/>
                </a:lnTo>
                <a:lnTo>
                  <a:pt x="130660" y="1055230"/>
                </a:lnTo>
                <a:lnTo>
                  <a:pt x="132112" y="1055229"/>
                </a:lnTo>
                <a:lnTo>
                  <a:pt x="133564" y="1055227"/>
                </a:lnTo>
                <a:lnTo>
                  <a:pt x="135016" y="1055226"/>
                </a:lnTo>
                <a:lnTo>
                  <a:pt x="136468" y="1055226"/>
                </a:lnTo>
                <a:lnTo>
                  <a:pt x="137919" y="1055225"/>
                </a:lnTo>
                <a:lnTo>
                  <a:pt x="139371" y="1055225"/>
                </a:lnTo>
                <a:lnTo>
                  <a:pt x="140823" y="1055223"/>
                </a:lnTo>
                <a:lnTo>
                  <a:pt x="142275" y="1055221"/>
                </a:lnTo>
                <a:lnTo>
                  <a:pt x="143727" y="1055220"/>
                </a:lnTo>
                <a:lnTo>
                  <a:pt x="145178" y="1055219"/>
                </a:lnTo>
                <a:lnTo>
                  <a:pt x="146630" y="1055218"/>
                </a:lnTo>
                <a:lnTo>
                  <a:pt x="148082" y="1055217"/>
                </a:lnTo>
                <a:lnTo>
                  <a:pt x="149534" y="1055216"/>
                </a:lnTo>
                <a:lnTo>
                  <a:pt x="150985" y="1055214"/>
                </a:lnTo>
                <a:lnTo>
                  <a:pt x="152437" y="1055213"/>
                </a:lnTo>
                <a:lnTo>
                  <a:pt x="153889" y="1055211"/>
                </a:lnTo>
                <a:lnTo>
                  <a:pt x="155341" y="1055210"/>
                </a:lnTo>
                <a:lnTo>
                  <a:pt x="156793" y="1055209"/>
                </a:lnTo>
                <a:lnTo>
                  <a:pt x="158244" y="1055209"/>
                </a:lnTo>
                <a:lnTo>
                  <a:pt x="159696" y="1055207"/>
                </a:lnTo>
                <a:lnTo>
                  <a:pt x="161148" y="1055205"/>
                </a:lnTo>
                <a:lnTo>
                  <a:pt x="162600" y="1055204"/>
                </a:lnTo>
                <a:lnTo>
                  <a:pt x="164051" y="1055202"/>
                </a:lnTo>
                <a:lnTo>
                  <a:pt x="165503" y="1055201"/>
                </a:lnTo>
                <a:lnTo>
                  <a:pt x="166955" y="1055201"/>
                </a:lnTo>
                <a:lnTo>
                  <a:pt x="168407" y="1055200"/>
                </a:lnTo>
                <a:lnTo>
                  <a:pt x="169859" y="1055200"/>
                </a:lnTo>
                <a:lnTo>
                  <a:pt x="171310" y="1055199"/>
                </a:lnTo>
                <a:lnTo>
                  <a:pt x="172762" y="1055199"/>
                </a:lnTo>
                <a:lnTo>
                  <a:pt x="174214" y="1055197"/>
                </a:lnTo>
                <a:lnTo>
                  <a:pt x="175666" y="1055195"/>
                </a:lnTo>
                <a:lnTo>
                  <a:pt x="177118" y="1055193"/>
                </a:lnTo>
                <a:lnTo>
                  <a:pt x="178569" y="1055192"/>
                </a:lnTo>
                <a:lnTo>
                  <a:pt x="180021" y="1055191"/>
                </a:lnTo>
                <a:lnTo>
                  <a:pt x="181473" y="1055190"/>
                </a:lnTo>
                <a:lnTo>
                  <a:pt x="182925" y="1055190"/>
                </a:lnTo>
                <a:lnTo>
                  <a:pt x="184376" y="1055188"/>
                </a:lnTo>
                <a:lnTo>
                  <a:pt x="185828" y="1055186"/>
                </a:lnTo>
                <a:lnTo>
                  <a:pt x="187280" y="1055185"/>
                </a:lnTo>
                <a:lnTo>
                  <a:pt x="188732" y="1055183"/>
                </a:lnTo>
                <a:lnTo>
                  <a:pt x="190184" y="1055182"/>
                </a:lnTo>
                <a:lnTo>
                  <a:pt x="191635" y="1055180"/>
                </a:lnTo>
                <a:lnTo>
                  <a:pt x="193087" y="1055178"/>
                </a:lnTo>
                <a:lnTo>
                  <a:pt x="194539" y="1055177"/>
                </a:lnTo>
                <a:lnTo>
                  <a:pt x="195991" y="1055175"/>
                </a:lnTo>
                <a:lnTo>
                  <a:pt x="197443" y="1055173"/>
                </a:lnTo>
                <a:lnTo>
                  <a:pt x="198894" y="1055171"/>
                </a:lnTo>
                <a:lnTo>
                  <a:pt x="200346" y="1055170"/>
                </a:lnTo>
                <a:lnTo>
                  <a:pt x="201798" y="1055169"/>
                </a:lnTo>
                <a:lnTo>
                  <a:pt x="203250" y="1055168"/>
                </a:lnTo>
                <a:lnTo>
                  <a:pt x="204701" y="1055165"/>
                </a:lnTo>
                <a:lnTo>
                  <a:pt x="206153" y="1055163"/>
                </a:lnTo>
                <a:lnTo>
                  <a:pt x="207605" y="1055161"/>
                </a:lnTo>
                <a:lnTo>
                  <a:pt x="209057" y="1055159"/>
                </a:lnTo>
                <a:lnTo>
                  <a:pt x="210509" y="1055157"/>
                </a:lnTo>
                <a:lnTo>
                  <a:pt x="211960" y="1055155"/>
                </a:lnTo>
                <a:lnTo>
                  <a:pt x="213412" y="1055151"/>
                </a:lnTo>
                <a:lnTo>
                  <a:pt x="214864" y="1055148"/>
                </a:lnTo>
                <a:lnTo>
                  <a:pt x="216316" y="1055147"/>
                </a:lnTo>
                <a:lnTo>
                  <a:pt x="217767" y="1055142"/>
                </a:lnTo>
                <a:lnTo>
                  <a:pt x="219219" y="1055138"/>
                </a:lnTo>
                <a:lnTo>
                  <a:pt x="220671" y="1055135"/>
                </a:lnTo>
                <a:lnTo>
                  <a:pt x="222123" y="1055134"/>
                </a:lnTo>
                <a:lnTo>
                  <a:pt x="223575" y="1055130"/>
                </a:lnTo>
                <a:lnTo>
                  <a:pt x="225026" y="1055128"/>
                </a:lnTo>
                <a:lnTo>
                  <a:pt x="226478" y="1055124"/>
                </a:lnTo>
                <a:lnTo>
                  <a:pt x="227930" y="1055120"/>
                </a:lnTo>
                <a:lnTo>
                  <a:pt x="229382" y="1055113"/>
                </a:lnTo>
                <a:lnTo>
                  <a:pt x="230834" y="1055108"/>
                </a:lnTo>
                <a:lnTo>
                  <a:pt x="232285" y="1055101"/>
                </a:lnTo>
                <a:lnTo>
                  <a:pt x="233737" y="1055096"/>
                </a:lnTo>
                <a:lnTo>
                  <a:pt x="235189" y="1055091"/>
                </a:lnTo>
                <a:lnTo>
                  <a:pt x="236641" y="1055081"/>
                </a:lnTo>
                <a:lnTo>
                  <a:pt x="238092" y="1055077"/>
                </a:lnTo>
                <a:lnTo>
                  <a:pt x="239544" y="1055073"/>
                </a:lnTo>
                <a:lnTo>
                  <a:pt x="240996" y="1055065"/>
                </a:lnTo>
                <a:lnTo>
                  <a:pt x="242448" y="1055056"/>
                </a:lnTo>
                <a:lnTo>
                  <a:pt x="243900" y="1055048"/>
                </a:lnTo>
                <a:lnTo>
                  <a:pt x="245351" y="1055046"/>
                </a:lnTo>
                <a:lnTo>
                  <a:pt x="246803" y="1055044"/>
                </a:lnTo>
                <a:lnTo>
                  <a:pt x="248255" y="1055042"/>
                </a:lnTo>
                <a:lnTo>
                  <a:pt x="249707" y="1055039"/>
                </a:lnTo>
                <a:lnTo>
                  <a:pt x="251158" y="1055037"/>
                </a:lnTo>
                <a:lnTo>
                  <a:pt x="252610" y="1055035"/>
                </a:lnTo>
                <a:lnTo>
                  <a:pt x="254062" y="1055032"/>
                </a:lnTo>
                <a:lnTo>
                  <a:pt x="255514" y="1055030"/>
                </a:lnTo>
                <a:lnTo>
                  <a:pt x="256966" y="1055028"/>
                </a:lnTo>
                <a:lnTo>
                  <a:pt x="258417" y="1055026"/>
                </a:lnTo>
                <a:lnTo>
                  <a:pt x="259869" y="1055025"/>
                </a:lnTo>
                <a:lnTo>
                  <a:pt x="261321" y="1055023"/>
                </a:lnTo>
                <a:lnTo>
                  <a:pt x="262773" y="1055021"/>
                </a:lnTo>
                <a:lnTo>
                  <a:pt x="264225" y="1055020"/>
                </a:lnTo>
                <a:lnTo>
                  <a:pt x="265676" y="1055019"/>
                </a:lnTo>
                <a:lnTo>
                  <a:pt x="267128" y="1055017"/>
                </a:lnTo>
                <a:lnTo>
                  <a:pt x="268580" y="1055016"/>
                </a:lnTo>
                <a:lnTo>
                  <a:pt x="270032" y="1055014"/>
                </a:lnTo>
                <a:lnTo>
                  <a:pt x="271483" y="1055010"/>
                </a:lnTo>
                <a:lnTo>
                  <a:pt x="272935" y="1055009"/>
                </a:lnTo>
                <a:lnTo>
                  <a:pt x="274387" y="1055007"/>
                </a:lnTo>
                <a:lnTo>
                  <a:pt x="275839" y="1055005"/>
                </a:lnTo>
                <a:lnTo>
                  <a:pt x="277291" y="1055001"/>
                </a:lnTo>
                <a:lnTo>
                  <a:pt x="278742" y="1054998"/>
                </a:lnTo>
                <a:lnTo>
                  <a:pt x="280194" y="1054996"/>
                </a:lnTo>
                <a:lnTo>
                  <a:pt x="281646" y="1054993"/>
                </a:lnTo>
                <a:lnTo>
                  <a:pt x="283098" y="1054992"/>
                </a:lnTo>
                <a:lnTo>
                  <a:pt x="284549" y="1054990"/>
                </a:lnTo>
                <a:lnTo>
                  <a:pt x="286001" y="1054987"/>
                </a:lnTo>
                <a:lnTo>
                  <a:pt x="287453" y="1054983"/>
                </a:lnTo>
                <a:lnTo>
                  <a:pt x="288905" y="1054981"/>
                </a:lnTo>
                <a:lnTo>
                  <a:pt x="290357" y="1054978"/>
                </a:lnTo>
                <a:lnTo>
                  <a:pt x="291808" y="1054973"/>
                </a:lnTo>
                <a:lnTo>
                  <a:pt x="293260" y="1054969"/>
                </a:lnTo>
                <a:lnTo>
                  <a:pt x="294712" y="1054967"/>
                </a:lnTo>
                <a:lnTo>
                  <a:pt x="296164" y="1054964"/>
                </a:lnTo>
                <a:lnTo>
                  <a:pt x="297616" y="1054960"/>
                </a:lnTo>
                <a:lnTo>
                  <a:pt x="299067" y="1054957"/>
                </a:lnTo>
                <a:lnTo>
                  <a:pt x="300519" y="1054952"/>
                </a:lnTo>
                <a:lnTo>
                  <a:pt x="301971" y="1054950"/>
                </a:lnTo>
                <a:lnTo>
                  <a:pt x="303423" y="1054947"/>
                </a:lnTo>
                <a:lnTo>
                  <a:pt x="304874" y="1054943"/>
                </a:lnTo>
                <a:lnTo>
                  <a:pt x="306326" y="1054939"/>
                </a:lnTo>
                <a:lnTo>
                  <a:pt x="307778" y="1054932"/>
                </a:lnTo>
                <a:lnTo>
                  <a:pt x="309230" y="1054930"/>
                </a:lnTo>
                <a:lnTo>
                  <a:pt x="310682" y="1054928"/>
                </a:lnTo>
                <a:lnTo>
                  <a:pt x="312133" y="1054919"/>
                </a:lnTo>
                <a:lnTo>
                  <a:pt x="313585" y="1054914"/>
                </a:lnTo>
                <a:lnTo>
                  <a:pt x="315037" y="1054911"/>
                </a:lnTo>
                <a:lnTo>
                  <a:pt x="316489" y="1054907"/>
                </a:lnTo>
                <a:lnTo>
                  <a:pt x="317940" y="1054902"/>
                </a:lnTo>
                <a:lnTo>
                  <a:pt x="319392" y="1054894"/>
                </a:lnTo>
                <a:lnTo>
                  <a:pt x="320844" y="1054890"/>
                </a:lnTo>
                <a:lnTo>
                  <a:pt x="322296" y="1054887"/>
                </a:lnTo>
                <a:lnTo>
                  <a:pt x="323748" y="1054880"/>
                </a:lnTo>
                <a:lnTo>
                  <a:pt x="325199" y="1054872"/>
                </a:lnTo>
                <a:lnTo>
                  <a:pt x="326651" y="1054869"/>
                </a:lnTo>
                <a:lnTo>
                  <a:pt x="328103" y="1054867"/>
                </a:lnTo>
                <a:lnTo>
                  <a:pt x="329555" y="1054863"/>
                </a:lnTo>
                <a:lnTo>
                  <a:pt x="331007" y="1054853"/>
                </a:lnTo>
                <a:lnTo>
                  <a:pt x="332458" y="1054848"/>
                </a:lnTo>
                <a:lnTo>
                  <a:pt x="333910" y="1054843"/>
                </a:lnTo>
                <a:lnTo>
                  <a:pt x="335362" y="1054838"/>
                </a:lnTo>
                <a:lnTo>
                  <a:pt x="336814" y="1054827"/>
                </a:lnTo>
                <a:lnTo>
                  <a:pt x="338265" y="1054819"/>
                </a:lnTo>
                <a:lnTo>
                  <a:pt x="339717" y="1054813"/>
                </a:lnTo>
                <a:lnTo>
                  <a:pt x="341169" y="1054804"/>
                </a:lnTo>
                <a:lnTo>
                  <a:pt x="342621" y="1054794"/>
                </a:lnTo>
                <a:lnTo>
                  <a:pt x="344073" y="1054788"/>
                </a:lnTo>
                <a:lnTo>
                  <a:pt x="345524" y="1054770"/>
                </a:lnTo>
                <a:lnTo>
                  <a:pt x="346976" y="1054766"/>
                </a:lnTo>
                <a:lnTo>
                  <a:pt x="348428" y="1054754"/>
                </a:lnTo>
                <a:lnTo>
                  <a:pt x="349880" y="1054741"/>
                </a:lnTo>
                <a:lnTo>
                  <a:pt x="351332" y="1054734"/>
                </a:lnTo>
                <a:lnTo>
                  <a:pt x="352783" y="1054724"/>
                </a:lnTo>
                <a:lnTo>
                  <a:pt x="354235" y="1054714"/>
                </a:lnTo>
                <a:lnTo>
                  <a:pt x="355687" y="1054709"/>
                </a:lnTo>
                <a:lnTo>
                  <a:pt x="357139" y="1054700"/>
                </a:lnTo>
                <a:lnTo>
                  <a:pt x="358590" y="1054690"/>
                </a:lnTo>
                <a:lnTo>
                  <a:pt x="360042" y="1054683"/>
                </a:lnTo>
                <a:lnTo>
                  <a:pt x="361494" y="1054666"/>
                </a:lnTo>
                <a:lnTo>
                  <a:pt x="362946" y="1054657"/>
                </a:lnTo>
                <a:lnTo>
                  <a:pt x="364398" y="1054651"/>
                </a:lnTo>
                <a:lnTo>
                  <a:pt x="365849" y="1054635"/>
                </a:lnTo>
                <a:lnTo>
                  <a:pt x="367301" y="1054629"/>
                </a:lnTo>
                <a:lnTo>
                  <a:pt x="368753" y="1054620"/>
                </a:lnTo>
                <a:lnTo>
                  <a:pt x="370205" y="1054603"/>
                </a:lnTo>
                <a:lnTo>
                  <a:pt x="371656" y="1054597"/>
                </a:lnTo>
                <a:lnTo>
                  <a:pt x="373108" y="1054587"/>
                </a:lnTo>
                <a:lnTo>
                  <a:pt x="374560" y="1054572"/>
                </a:lnTo>
                <a:lnTo>
                  <a:pt x="376012" y="1054556"/>
                </a:lnTo>
                <a:lnTo>
                  <a:pt x="377464" y="1054542"/>
                </a:lnTo>
                <a:lnTo>
                  <a:pt x="378915" y="1054517"/>
                </a:lnTo>
                <a:lnTo>
                  <a:pt x="380367" y="1054502"/>
                </a:lnTo>
                <a:lnTo>
                  <a:pt x="381819" y="1054491"/>
                </a:lnTo>
                <a:lnTo>
                  <a:pt x="383271" y="1054474"/>
                </a:lnTo>
                <a:lnTo>
                  <a:pt x="384723" y="1054466"/>
                </a:lnTo>
                <a:lnTo>
                  <a:pt x="386174" y="1054451"/>
                </a:lnTo>
                <a:lnTo>
                  <a:pt x="387626" y="1054437"/>
                </a:lnTo>
                <a:lnTo>
                  <a:pt x="389078" y="1054420"/>
                </a:lnTo>
                <a:lnTo>
                  <a:pt x="390530" y="1054393"/>
                </a:lnTo>
                <a:lnTo>
                  <a:pt x="391981" y="1054364"/>
                </a:lnTo>
                <a:lnTo>
                  <a:pt x="393433" y="1054341"/>
                </a:lnTo>
                <a:lnTo>
                  <a:pt x="394885" y="1054307"/>
                </a:lnTo>
                <a:lnTo>
                  <a:pt x="396337" y="1054283"/>
                </a:lnTo>
                <a:lnTo>
                  <a:pt x="397789" y="1054263"/>
                </a:lnTo>
                <a:lnTo>
                  <a:pt x="399240" y="1054250"/>
                </a:lnTo>
                <a:lnTo>
                  <a:pt x="400692" y="1054201"/>
                </a:lnTo>
                <a:lnTo>
                  <a:pt x="402144" y="1054192"/>
                </a:lnTo>
                <a:lnTo>
                  <a:pt x="403596" y="1054169"/>
                </a:lnTo>
                <a:lnTo>
                  <a:pt x="405047" y="1054139"/>
                </a:lnTo>
                <a:lnTo>
                  <a:pt x="406499" y="1054126"/>
                </a:lnTo>
                <a:lnTo>
                  <a:pt x="407951" y="1054100"/>
                </a:lnTo>
                <a:lnTo>
                  <a:pt x="409403" y="1054068"/>
                </a:lnTo>
                <a:lnTo>
                  <a:pt x="410855" y="1054062"/>
                </a:lnTo>
                <a:lnTo>
                  <a:pt x="412306" y="1053984"/>
                </a:lnTo>
                <a:lnTo>
                  <a:pt x="413758" y="1053959"/>
                </a:lnTo>
                <a:lnTo>
                  <a:pt x="415210" y="1053910"/>
                </a:lnTo>
                <a:lnTo>
                  <a:pt x="416662" y="1053826"/>
                </a:lnTo>
                <a:lnTo>
                  <a:pt x="418114" y="1053777"/>
                </a:lnTo>
                <a:lnTo>
                  <a:pt x="419565" y="1053725"/>
                </a:lnTo>
                <a:lnTo>
                  <a:pt x="421017" y="1053636"/>
                </a:lnTo>
                <a:lnTo>
                  <a:pt x="422469" y="1053562"/>
                </a:lnTo>
                <a:lnTo>
                  <a:pt x="423921" y="1053468"/>
                </a:lnTo>
                <a:lnTo>
                  <a:pt x="425372" y="1053358"/>
                </a:lnTo>
                <a:lnTo>
                  <a:pt x="426824" y="1053259"/>
                </a:lnTo>
                <a:lnTo>
                  <a:pt x="428276" y="1053158"/>
                </a:lnTo>
                <a:lnTo>
                  <a:pt x="429728" y="1053060"/>
                </a:lnTo>
                <a:lnTo>
                  <a:pt x="431180" y="1052923"/>
                </a:lnTo>
                <a:lnTo>
                  <a:pt x="432631" y="1052877"/>
                </a:lnTo>
                <a:lnTo>
                  <a:pt x="434083" y="1052739"/>
                </a:lnTo>
                <a:lnTo>
                  <a:pt x="435535" y="1052649"/>
                </a:lnTo>
                <a:lnTo>
                  <a:pt x="436987" y="1052512"/>
                </a:lnTo>
                <a:lnTo>
                  <a:pt x="438438" y="1052293"/>
                </a:lnTo>
                <a:lnTo>
                  <a:pt x="439890" y="1052185"/>
                </a:lnTo>
                <a:lnTo>
                  <a:pt x="441342" y="1051985"/>
                </a:lnTo>
                <a:lnTo>
                  <a:pt x="442794" y="1051880"/>
                </a:lnTo>
                <a:lnTo>
                  <a:pt x="444246" y="1051688"/>
                </a:lnTo>
                <a:lnTo>
                  <a:pt x="445697" y="1051501"/>
                </a:lnTo>
                <a:lnTo>
                  <a:pt x="447149" y="1051381"/>
                </a:lnTo>
                <a:lnTo>
                  <a:pt x="448601" y="1051215"/>
                </a:lnTo>
                <a:lnTo>
                  <a:pt x="450053" y="1051044"/>
                </a:lnTo>
                <a:lnTo>
                  <a:pt x="451505" y="1050967"/>
                </a:lnTo>
                <a:lnTo>
                  <a:pt x="452956" y="1050612"/>
                </a:lnTo>
                <a:lnTo>
                  <a:pt x="454408" y="1050339"/>
                </a:lnTo>
                <a:lnTo>
                  <a:pt x="455860" y="1050119"/>
                </a:lnTo>
                <a:lnTo>
                  <a:pt x="457312" y="1049948"/>
                </a:lnTo>
                <a:lnTo>
                  <a:pt x="458763" y="1049730"/>
                </a:lnTo>
                <a:lnTo>
                  <a:pt x="460215" y="1049577"/>
                </a:lnTo>
                <a:lnTo>
                  <a:pt x="461667" y="1049248"/>
                </a:lnTo>
                <a:lnTo>
                  <a:pt x="463119" y="1048927"/>
                </a:lnTo>
                <a:lnTo>
                  <a:pt x="464571" y="1048627"/>
                </a:lnTo>
                <a:lnTo>
                  <a:pt x="466022" y="1048203"/>
                </a:lnTo>
                <a:lnTo>
                  <a:pt x="467474" y="1047790"/>
                </a:lnTo>
                <a:lnTo>
                  <a:pt x="468926" y="1047631"/>
                </a:lnTo>
                <a:lnTo>
                  <a:pt x="470378" y="1047400"/>
                </a:lnTo>
                <a:lnTo>
                  <a:pt x="471830" y="1047182"/>
                </a:lnTo>
                <a:lnTo>
                  <a:pt x="473281" y="1046874"/>
                </a:lnTo>
                <a:lnTo>
                  <a:pt x="474733" y="1046630"/>
                </a:lnTo>
                <a:lnTo>
                  <a:pt x="476185" y="1046312"/>
                </a:lnTo>
                <a:lnTo>
                  <a:pt x="477637" y="1045606"/>
                </a:lnTo>
                <a:lnTo>
                  <a:pt x="479088" y="1045149"/>
                </a:lnTo>
                <a:lnTo>
                  <a:pt x="480540" y="1044718"/>
                </a:lnTo>
                <a:lnTo>
                  <a:pt x="481992" y="1044500"/>
                </a:lnTo>
                <a:lnTo>
                  <a:pt x="483444" y="1043907"/>
                </a:lnTo>
                <a:lnTo>
                  <a:pt x="484896" y="1043549"/>
                </a:lnTo>
                <a:lnTo>
                  <a:pt x="486347" y="1043254"/>
                </a:lnTo>
                <a:lnTo>
                  <a:pt x="487799" y="1042875"/>
                </a:lnTo>
                <a:lnTo>
                  <a:pt x="489251" y="1042667"/>
                </a:lnTo>
                <a:lnTo>
                  <a:pt x="490703" y="1042008"/>
                </a:lnTo>
                <a:lnTo>
                  <a:pt x="492154" y="1041729"/>
                </a:lnTo>
                <a:lnTo>
                  <a:pt x="493606" y="1041038"/>
                </a:lnTo>
                <a:lnTo>
                  <a:pt x="495058" y="1040581"/>
                </a:lnTo>
                <a:lnTo>
                  <a:pt x="496510" y="1040249"/>
                </a:lnTo>
                <a:lnTo>
                  <a:pt x="497962" y="1039658"/>
                </a:lnTo>
                <a:lnTo>
                  <a:pt x="499413" y="1039155"/>
                </a:lnTo>
                <a:lnTo>
                  <a:pt x="500865" y="1038520"/>
                </a:lnTo>
                <a:lnTo>
                  <a:pt x="502317" y="1037633"/>
                </a:lnTo>
                <a:lnTo>
                  <a:pt x="503769" y="1037143"/>
                </a:lnTo>
                <a:lnTo>
                  <a:pt x="505221" y="1036741"/>
                </a:lnTo>
                <a:lnTo>
                  <a:pt x="506672" y="1036198"/>
                </a:lnTo>
                <a:lnTo>
                  <a:pt x="508124" y="1035781"/>
                </a:lnTo>
                <a:lnTo>
                  <a:pt x="509576" y="1035236"/>
                </a:lnTo>
                <a:lnTo>
                  <a:pt x="511028" y="1034734"/>
                </a:lnTo>
                <a:lnTo>
                  <a:pt x="512479" y="1034207"/>
                </a:lnTo>
                <a:lnTo>
                  <a:pt x="513931" y="1032607"/>
                </a:lnTo>
                <a:lnTo>
                  <a:pt x="515383" y="1031195"/>
                </a:lnTo>
                <a:lnTo>
                  <a:pt x="516835" y="1030274"/>
                </a:lnTo>
                <a:lnTo>
                  <a:pt x="518287" y="1029230"/>
                </a:lnTo>
                <a:lnTo>
                  <a:pt x="519738" y="1028497"/>
                </a:lnTo>
                <a:lnTo>
                  <a:pt x="521190" y="1027804"/>
                </a:lnTo>
                <a:lnTo>
                  <a:pt x="522642" y="1026483"/>
                </a:lnTo>
                <a:lnTo>
                  <a:pt x="524094" y="1025693"/>
                </a:lnTo>
                <a:lnTo>
                  <a:pt x="525545" y="1024508"/>
                </a:lnTo>
                <a:lnTo>
                  <a:pt x="526997" y="1024043"/>
                </a:lnTo>
                <a:lnTo>
                  <a:pt x="528449" y="1022698"/>
                </a:lnTo>
                <a:lnTo>
                  <a:pt x="529901" y="1020779"/>
                </a:lnTo>
                <a:lnTo>
                  <a:pt x="531353" y="1018981"/>
                </a:lnTo>
                <a:lnTo>
                  <a:pt x="532804" y="1017764"/>
                </a:lnTo>
                <a:lnTo>
                  <a:pt x="534256" y="1016256"/>
                </a:lnTo>
                <a:lnTo>
                  <a:pt x="535708" y="1015247"/>
                </a:lnTo>
                <a:lnTo>
                  <a:pt x="537160" y="1013560"/>
                </a:lnTo>
                <a:lnTo>
                  <a:pt x="538612" y="1011600"/>
                </a:lnTo>
                <a:lnTo>
                  <a:pt x="540063" y="1009612"/>
                </a:lnTo>
                <a:lnTo>
                  <a:pt x="541515" y="1008356"/>
                </a:lnTo>
                <a:lnTo>
                  <a:pt x="542967" y="1007059"/>
                </a:lnTo>
                <a:lnTo>
                  <a:pt x="544419" y="1005209"/>
                </a:lnTo>
                <a:lnTo>
                  <a:pt x="545870" y="1002834"/>
                </a:lnTo>
                <a:lnTo>
                  <a:pt x="547322" y="1001142"/>
                </a:lnTo>
                <a:lnTo>
                  <a:pt x="548774" y="999782"/>
                </a:lnTo>
                <a:lnTo>
                  <a:pt x="550226" y="998364"/>
                </a:lnTo>
                <a:lnTo>
                  <a:pt x="551678" y="997113"/>
                </a:lnTo>
                <a:lnTo>
                  <a:pt x="553129" y="996260"/>
                </a:lnTo>
                <a:lnTo>
                  <a:pt x="554581" y="994203"/>
                </a:lnTo>
                <a:lnTo>
                  <a:pt x="556033" y="992290"/>
                </a:lnTo>
                <a:lnTo>
                  <a:pt x="557485" y="991324"/>
                </a:lnTo>
                <a:lnTo>
                  <a:pt x="558936" y="990449"/>
                </a:lnTo>
                <a:lnTo>
                  <a:pt x="560388" y="991780"/>
                </a:lnTo>
                <a:lnTo>
                  <a:pt x="561840" y="991624"/>
                </a:lnTo>
                <a:lnTo>
                  <a:pt x="563292" y="937742"/>
                </a:lnTo>
                <a:lnTo>
                  <a:pt x="564744" y="840246"/>
                </a:lnTo>
                <a:lnTo>
                  <a:pt x="566195" y="839079"/>
                </a:lnTo>
                <a:lnTo>
                  <a:pt x="567647" y="774971"/>
                </a:lnTo>
                <a:lnTo>
                  <a:pt x="569099" y="445478"/>
                </a:lnTo>
                <a:lnTo>
                  <a:pt x="570551" y="369861"/>
                </a:lnTo>
                <a:lnTo>
                  <a:pt x="572003" y="298157"/>
                </a:lnTo>
                <a:lnTo>
                  <a:pt x="573454" y="246017"/>
                </a:lnTo>
                <a:lnTo>
                  <a:pt x="574906" y="238711"/>
                </a:lnTo>
                <a:lnTo>
                  <a:pt x="576358" y="281096"/>
                </a:lnTo>
                <a:lnTo>
                  <a:pt x="577810" y="339053"/>
                </a:lnTo>
                <a:lnTo>
                  <a:pt x="579261" y="388339"/>
                </a:lnTo>
                <a:lnTo>
                  <a:pt x="580713" y="411927"/>
                </a:lnTo>
                <a:lnTo>
                  <a:pt x="582165" y="428912"/>
                </a:lnTo>
                <a:lnTo>
                  <a:pt x="583617" y="441300"/>
                </a:lnTo>
                <a:lnTo>
                  <a:pt x="585069" y="441302"/>
                </a:lnTo>
                <a:lnTo>
                  <a:pt x="586520" y="441306"/>
                </a:lnTo>
                <a:lnTo>
                  <a:pt x="587972" y="441314"/>
                </a:lnTo>
                <a:lnTo>
                  <a:pt x="589424" y="441324"/>
                </a:lnTo>
                <a:lnTo>
                  <a:pt x="590876" y="441337"/>
                </a:lnTo>
                <a:lnTo>
                  <a:pt x="592328" y="441353"/>
                </a:lnTo>
                <a:lnTo>
                  <a:pt x="593779" y="441372"/>
                </a:lnTo>
                <a:lnTo>
                  <a:pt x="595231" y="441394"/>
                </a:lnTo>
                <a:lnTo>
                  <a:pt x="596683" y="441419"/>
                </a:lnTo>
                <a:lnTo>
                  <a:pt x="598135" y="441446"/>
                </a:lnTo>
                <a:lnTo>
                  <a:pt x="599586" y="441477"/>
                </a:lnTo>
                <a:lnTo>
                  <a:pt x="601038" y="441510"/>
                </a:lnTo>
                <a:lnTo>
                  <a:pt x="602490" y="441547"/>
                </a:lnTo>
                <a:lnTo>
                  <a:pt x="603942" y="441586"/>
                </a:lnTo>
                <a:lnTo>
                  <a:pt x="605394" y="441629"/>
                </a:lnTo>
                <a:lnTo>
                  <a:pt x="606845" y="441674"/>
                </a:lnTo>
                <a:lnTo>
                  <a:pt x="608297" y="441722"/>
                </a:lnTo>
                <a:lnTo>
                  <a:pt x="609749" y="441773"/>
                </a:lnTo>
                <a:lnTo>
                  <a:pt x="611201" y="441827"/>
                </a:lnTo>
                <a:lnTo>
                  <a:pt x="612652" y="441884"/>
                </a:lnTo>
                <a:lnTo>
                  <a:pt x="614104" y="441943"/>
                </a:lnTo>
                <a:lnTo>
                  <a:pt x="615556" y="442006"/>
                </a:lnTo>
                <a:lnTo>
                  <a:pt x="617008" y="442072"/>
                </a:lnTo>
                <a:lnTo>
                  <a:pt x="618460" y="442140"/>
                </a:lnTo>
                <a:lnTo>
                  <a:pt x="619911" y="442212"/>
                </a:lnTo>
                <a:lnTo>
                  <a:pt x="621363" y="442286"/>
                </a:lnTo>
                <a:lnTo>
                  <a:pt x="622815" y="442363"/>
                </a:lnTo>
                <a:lnTo>
                  <a:pt x="624267" y="442444"/>
                </a:lnTo>
                <a:lnTo>
                  <a:pt x="625719" y="442527"/>
                </a:lnTo>
                <a:lnTo>
                  <a:pt x="627170" y="442613"/>
                </a:lnTo>
                <a:lnTo>
                  <a:pt x="628622" y="442702"/>
                </a:lnTo>
                <a:lnTo>
                  <a:pt x="630074" y="442794"/>
                </a:lnTo>
                <a:lnTo>
                  <a:pt x="631526" y="442888"/>
                </a:lnTo>
                <a:lnTo>
                  <a:pt x="632977" y="442986"/>
                </a:lnTo>
                <a:lnTo>
                  <a:pt x="634429" y="443087"/>
                </a:lnTo>
                <a:lnTo>
                  <a:pt x="635881" y="443190"/>
                </a:lnTo>
                <a:lnTo>
                  <a:pt x="637333" y="443297"/>
                </a:lnTo>
                <a:lnTo>
                  <a:pt x="638785" y="443406"/>
                </a:lnTo>
                <a:lnTo>
                  <a:pt x="640236" y="443518"/>
                </a:lnTo>
                <a:lnTo>
                  <a:pt x="641688" y="443633"/>
                </a:lnTo>
                <a:lnTo>
                  <a:pt x="643140" y="443752"/>
                </a:lnTo>
                <a:lnTo>
                  <a:pt x="644592" y="443873"/>
                </a:lnTo>
                <a:lnTo>
                  <a:pt x="646043" y="443996"/>
                </a:lnTo>
                <a:lnTo>
                  <a:pt x="647495" y="444123"/>
                </a:lnTo>
                <a:lnTo>
                  <a:pt x="648947" y="444253"/>
                </a:lnTo>
                <a:lnTo>
                  <a:pt x="650399" y="444386"/>
                </a:lnTo>
                <a:lnTo>
                  <a:pt x="651851" y="444521"/>
                </a:lnTo>
                <a:lnTo>
                  <a:pt x="653302" y="444660"/>
                </a:lnTo>
                <a:lnTo>
                  <a:pt x="654754" y="444801"/>
                </a:lnTo>
                <a:lnTo>
                  <a:pt x="656206" y="444946"/>
                </a:lnTo>
                <a:lnTo>
                  <a:pt x="657658" y="445093"/>
                </a:lnTo>
                <a:lnTo>
                  <a:pt x="659110" y="445243"/>
                </a:lnTo>
                <a:lnTo>
                  <a:pt x="660561" y="445088"/>
                </a:lnTo>
                <a:lnTo>
                  <a:pt x="662013" y="444937"/>
                </a:lnTo>
                <a:lnTo>
                  <a:pt x="663465" y="444788"/>
                </a:lnTo>
                <a:lnTo>
                  <a:pt x="664917" y="444642"/>
                </a:lnTo>
                <a:lnTo>
                  <a:pt x="666368" y="444499"/>
                </a:lnTo>
                <a:lnTo>
                  <a:pt x="667820" y="444360"/>
                </a:lnTo>
                <a:lnTo>
                  <a:pt x="669272" y="444223"/>
                </a:lnTo>
                <a:lnTo>
                  <a:pt x="670724" y="444090"/>
                </a:lnTo>
                <a:lnTo>
                  <a:pt x="672176" y="443960"/>
                </a:lnTo>
                <a:lnTo>
                  <a:pt x="673627" y="443832"/>
                </a:lnTo>
                <a:lnTo>
                  <a:pt x="675079" y="443708"/>
                </a:lnTo>
                <a:lnTo>
                  <a:pt x="676531" y="443587"/>
                </a:lnTo>
                <a:lnTo>
                  <a:pt x="677983" y="443469"/>
                </a:lnTo>
                <a:lnTo>
                  <a:pt x="679434" y="443354"/>
                </a:lnTo>
                <a:lnTo>
                  <a:pt x="680886" y="443242"/>
                </a:lnTo>
                <a:lnTo>
                  <a:pt x="682338" y="443133"/>
                </a:lnTo>
                <a:lnTo>
                  <a:pt x="683790" y="443027"/>
                </a:lnTo>
                <a:lnTo>
                  <a:pt x="685242" y="442925"/>
                </a:lnTo>
                <a:lnTo>
                  <a:pt x="686693" y="442825"/>
                </a:lnTo>
                <a:lnTo>
                  <a:pt x="688145" y="442728"/>
                </a:lnTo>
                <a:lnTo>
                  <a:pt x="689597" y="442635"/>
                </a:lnTo>
                <a:lnTo>
                  <a:pt x="691049" y="442544"/>
                </a:lnTo>
                <a:lnTo>
                  <a:pt x="692501" y="442457"/>
                </a:lnTo>
                <a:lnTo>
                  <a:pt x="693952" y="442373"/>
                </a:lnTo>
                <a:lnTo>
                  <a:pt x="695404" y="442291"/>
                </a:lnTo>
                <a:lnTo>
                  <a:pt x="696856" y="442213"/>
                </a:lnTo>
                <a:lnTo>
                  <a:pt x="698308" y="442138"/>
                </a:lnTo>
                <a:lnTo>
                  <a:pt x="699759" y="442066"/>
                </a:lnTo>
                <a:lnTo>
                  <a:pt x="701211" y="441997"/>
                </a:lnTo>
                <a:lnTo>
                  <a:pt x="702663" y="441931"/>
                </a:lnTo>
                <a:lnTo>
                  <a:pt x="704115" y="441868"/>
                </a:lnTo>
                <a:lnTo>
                  <a:pt x="705567" y="441808"/>
                </a:lnTo>
                <a:lnTo>
                  <a:pt x="707018" y="441752"/>
                </a:lnTo>
                <a:lnTo>
                  <a:pt x="708470" y="441698"/>
                </a:lnTo>
                <a:lnTo>
                  <a:pt x="709922" y="441647"/>
                </a:lnTo>
                <a:lnTo>
                  <a:pt x="711374" y="441600"/>
                </a:lnTo>
                <a:lnTo>
                  <a:pt x="712826" y="441555"/>
                </a:lnTo>
                <a:lnTo>
                  <a:pt x="714277" y="441514"/>
                </a:lnTo>
                <a:lnTo>
                  <a:pt x="715729" y="441476"/>
                </a:lnTo>
                <a:lnTo>
                  <a:pt x="717181" y="441440"/>
                </a:lnTo>
                <a:lnTo>
                  <a:pt x="718633" y="441408"/>
                </a:lnTo>
                <a:lnTo>
                  <a:pt x="720084" y="441379"/>
                </a:lnTo>
                <a:lnTo>
                  <a:pt x="721536" y="441353"/>
                </a:lnTo>
                <a:lnTo>
                  <a:pt x="722988" y="441330"/>
                </a:lnTo>
                <a:lnTo>
                  <a:pt x="724440" y="441310"/>
                </a:lnTo>
                <a:lnTo>
                  <a:pt x="725892" y="441293"/>
                </a:lnTo>
                <a:lnTo>
                  <a:pt x="727343" y="441279"/>
                </a:lnTo>
                <a:lnTo>
                  <a:pt x="728795" y="441269"/>
                </a:lnTo>
                <a:lnTo>
                  <a:pt x="730247" y="441261"/>
                </a:lnTo>
                <a:lnTo>
                  <a:pt x="731699" y="441256"/>
                </a:lnTo>
                <a:lnTo>
                  <a:pt x="733150" y="441255"/>
                </a:lnTo>
                <a:lnTo>
                  <a:pt x="734602" y="445478"/>
                </a:lnTo>
                <a:lnTo>
                  <a:pt x="736054" y="447128"/>
                </a:lnTo>
                <a:lnTo>
                  <a:pt x="737506" y="447128"/>
                </a:lnTo>
                <a:lnTo>
                  <a:pt x="738958" y="448957"/>
                </a:lnTo>
                <a:lnTo>
                  <a:pt x="740409" y="448957"/>
                </a:lnTo>
                <a:lnTo>
                  <a:pt x="741861" y="451065"/>
                </a:lnTo>
                <a:lnTo>
                  <a:pt x="743313" y="451065"/>
                </a:lnTo>
                <a:lnTo>
                  <a:pt x="744765" y="453557"/>
                </a:lnTo>
                <a:lnTo>
                  <a:pt x="746217" y="453557"/>
                </a:lnTo>
                <a:lnTo>
                  <a:pt x="747668" y="455240"/>
                </a:lnTo>
                <a:lnTo>
                  <a:pt x="749120" y="455240"/>
                </a:lnTo>
                <a:lnTo>
                  <a:pt x="750572" y="456262"/>
                </a:lnTo>
                <a:lnTo>
                  <a:pt x="752024" y="456262"/>
                </a:lnTo>
                <a:lnTo>
                  <a:pt x="753475" y="459469"/>
                </a:lnTo>
                <a:lnTo>
                  <a:pt x="754927" y="459469"/>
                </a:lnTo>
                <a:lnTo>
                  <a:pt x="756379" y="463979"/>
                </a:lnTo>
                <a:lnTo>
                  <a:pt x="757831" y="463979"/>
                </a:lnTo>
                <a:lnTo>
                  <a:pt x="759283" y="466072"/>
                </a:lnTo>
                <a:lnTo>
                  <a:pt x="760734" y="466072"/>
                </a:lnTo>
                <a:lnTo>
                  <a:pt x="762186" y="472577"/>
                </a:lnTo>
                <a:lnTo>
                  <a:pt x="763638" y="472577"/>
                </a:lnTo>
                <a:lnTo>
                  <a:pt x="765090" y="479117"/>
                </a:lnTo>
                <a:lnTo>
                  <a:pt x="766541" y="479117"/>
                </a:lnTo>
                <a:lnTo>
                  <a:pt x="767993" y="481193"/>
                </a:lnTo>
                <a:lnTo>
                  <a:pt x="769445" y="481193"/>
                </a:lnTo>
                <a:lnTo>
                  <a:pt x="770897" y="482308"/>
                </a:lnTo>
                <a:lnTo>
                  <a:pt x="772349" y="482308"/>
                </a:lnTo>
                <a:lnTo>
                  <a:pt x="773800" y="486994"/>
                </a:lnTo>
                <a:lnTo>
                  <a:pt x="775252" y="486994"/>
                </a:lnTo>
                <a:lnTo>
                  <a:pt x="776704" y="493198"/>
                </a:lnTo>
                <a:lnTo>
                  <a:pt x="778156" y="493198"/>
                </a:lnTo>
                <a:lnTo>
                  <a:pt x="779608" y="493748"/>
                </a:lnTo>
                <a:lnTo>
                  <a:pt x="781059" y="493748"/>
                </a:lnTo>
                <a:lnTo>
                  <a:pt x="782511" y="496188"/>
                </a:lnTo>
                <a:lnTo>
                  <a:pt x="783963" y="496188"/>
                </a:lnTo>
                <a:lnTo>
                  <a:pt x="785415" y="497826"/>
                </a:lnTo>
                <a:lnTo>
                  <a:pt x="786866" y="497826"/>
                </a:lnTo>
                <a:lnTo>
                  <a:pt x="788318" y="498582"/>
                </a:lnTo>
                <a:lnTo>
                  <a:pt x="789770" y="498582"/>
                </a:lnTo>
                <a:lnTo>
                  <a:pt x="791222" y="501098"/>
                </a:lnTo>
                <a:lnTo>
                  <a:pt x="792674" y="501098"/>
                </a:lnTo>
                <a:lnTo>
                  <a:pt x="794125" y="503124"/>
                </a:lnTo>
                <a:lnTo>
                  <a:pt x="795577" y="503124"/>
                </a:lnTo>
                <a:lnTo>
                  <a:pt x="797029" y="506581"/>
                </a:lnTo>
                <a:lnTo>
                  <a:pt x="798481" y="506581"/>
                </a:lnTo>
                <a:lnTo>
                  <a:pt x="799932" y="507511"/>
                </a:lnTo>
                <a:lnTo>
                  <a:pt x="801384" y="510424"/>
                </a:lnTo>
                <a:lnTo>
                  <a:pt x="802836" y="510424"/>
                </a:lnTo>
                <a:lnTo>
                  <a:pt x="804288" y="512400"/>
                </a:lnTo>
                <a:lnTo>
                  <a:pt x="805740" y="512400"/>
                </a:lnTo>
                <a:lnTo>
                  <a:pt x="807191" y="513228"/>
                </a:lnTo>
                <a:lnTo>
                  <a:pt x="808643" y="513228"/>
                </a:lnTo>
                <a:lnTo>
                  <a:pt x="810095" y="514259"/>
                </a:lnTo>
                <a:lnTo>
                  <a:pt x="811547" y="514259"/>
                </a:lnTo>
                <a:lnTo>
                  <a:pt x="812999" y="518682"/>
                </a:lnTo>
                <a:lnTo>
                  <a:pt x="814450" y="518682"/>
                </a:lnTo>
                <a:lnTo>
                  <a:pt x="815902" y="522846"/>
                </a:lnTo>
                <a:lnTo>
                  <a:pt x="817354" y="522846"/>
                </a:lnTo>
                <a:lnTo>
                  <a:pt x="818806" y="525523"/>
                </a:lnTo>
                <a:lnTo>
                  <a:pt x="820257" y="525523"/>
                </a:lnTo>
                <a:lnTo>
                  <a:pt x="821709" y="530570"/>
                </a:lnTo>
                <a:lnTo>
                  <a:pt x="823161" y="530570"/>
                </a:lnTo>
                <a:lnTo>
                  <a:pt x="824613" y="533118"/>
                </a:lnTo>
                <a:lnTo>
                  <a:pt x="826065" y="533118"/>
                </a:lnTo>
                <a:lnTo>
                  <a:pt x="827516" y="543497"/>
                </a:lnTo>
                <a:lnTo>
                  <a:pt x="828968" y="543497"/>
                </a:lnTo>
                <a:lnTo>
                  <a:pt x="830420" y="545006"/>
                </a:lnTo>
                <a:lnTo>
                  <a:pt x="831872" y="545006"/>
                </a:lnTo>
                <a:lnTo>
                  <a:pt x="833323" y="546265"/>
                </a:lnTo>
                <a:lnTo>
                  <a:pt x="834775" y="546265"/>
                </a:lnTo>
                <a:lnTo>
                  <a:pt x="836227" y="559605"/>
                </a:lnTo>
                <a:lnTo>
                  <a:pt x="837679" y="559605"/>
                </a:lnTo>
                <a:lnTo>
                  <a:pt x="839131" y="563921"/>
                </a:lnTo>
                <a:lnTo>
                  <a:pt x="840582" y="563921"/>
                </a:lnTo>
                <a:lnTo>
                  <a:pt x="842034" y="565164"/>
                </a:lnTo>
                <a:lnTo>
                  <a:pt x="843486" y="565164"/>
                </a:lnTo>
                <a:lnTo>
                  <a:pt x="844938" y="567556"/>
                </a:lnTo>
                <a:lnTo>
                  <a:pt x="846390" y="567556"/>
                </a:lnTo>
                <a:lnTo>
                  <a:pt x="847841" y="569133"/>
                </a:lnTo>
                <a:lnTo>
                  <a:pt x="849293" y="569133"/>
                </a:lnTo>
                <a:lnTo>
                  <a:pt x="850745" y="571005"/>
                </a:lnTo>
                <a:lnTo>
                  <a:pt x="852197" y="571005"/>
                </a:lnTo>
                <a:lnTo>
                  <a:pt x="853648" y="573658"/>
                </a:lnTo>
                <a:lnTo>
                  <a:pt x="855100" y="573658"/>
                </a:lnTo>
                <a:lnTo>
                  <a:pt x="856552" y="574741"/>
                </a:lnTo>
                <a:lnTo>
                  <a:pt x="858004" y="574741"/>
                </a:lnTo>
                <a:lnTo>
                  <a:pt x="859456" y="582093"/>
                </a:lnTo>
                <a:lnTo>
                  <a:pt x="860907" y="582093"/>
                </a:lnTo>
                <a:lnTo>
                  <a:pt x="862359" y="582110"/>
                </a:lnTo>
                <a:lnTo>
                  <a:pt x="863811" y="584355"/>
                </a:lnTo>
                <a:lnTo>
                  <a:pt x="865263" y="584355"/>
                </a:lnTo>
                <a:lnTo>
                  <a:pt x="866715" y="586192"/>
                </a:lnTo>
                <a:lnTo>
                  <a:pt x="868166" y="586192"/>
                </a:lnTo>
                <a:lnTo>
                  <a:pt x="869618" y="586519"/>
                </a:lnTo>
                <a:lnTo>
                  <a:pt x="871070" y="586519"/>
                </a:lnTo>
                <a:lnTo>
                  <a:pt x="872522" y="588149"/>
                </a:lnTo>
                <a:lnTo>
                  <a:pt x="873973" y="588149"/>
                </a:lnTo>
                <a:lnTo>
                  <a:pt x="875425" y="594954"/>
                </a:lnTo>
                <a:lnTo>
                  <a:pt x="876877" y="594954"/>
                </a:lnTo>
                <a:lnTo>
                  <a:pt x="878329" y="596167"/>
                </a:lnTo>
                <a:lnTo>
                  <a:pt x="879781" y="596167"/>
                </a:lnTo>
                <a:lnTo>
                  <a:pt x="881232" y="597909"/>
                </a:lnTo>
                <a:lnTo>
                  <a:pt x="882684" y="597909"/>
                </a:lnTo>
                <a:lnTo>
                  <a:pt x="884136" y="598479"/>
                </a:lnTo>
                <a:lnTo>
                  <a:pt x="885588" y="598479"/>
                </a:lnTo>
                <a:lnTo>
                  <a:pt x="887039" y="599344"/>
                </a:lnTo>
                <a:lnTo>
                  <a:pt x="888491" y="599344"/>
                </a:lnTo>
                <a:lnTo>
                  <a:pt x="889943" y="601876"/>
                </a:lnTo>
                <a:lnTo>
                  <a:pt x="891395" y="601876"/>
                </a:lnTo>
                <a:lnTo>
                  <a:pt x="892847" y="603184"/>
                </a:lnTo>
                <a:lnTo>
                  <a:pt x="894298" y="603184"/>
                </a:lnTo>
                <a:lnTo>
                  <a:pt x="895750" y="606517"/>
                </a:lnTo>
                <a:lnTo>
                  <a:pt x="897202" y="606517"/>
                </a:lnTo>
                <a:lnTo>
                  <a:pt x="898654" y="606653"/>
                </a:lnTo>
                <a:lnTo>
                  <a:pt x="900106" y="606653"/>
                </a:lnTo>
                <a:lnTo>
                  <a:pt x="901557" y="609432"/>
                </a:lnTo>
                <a:lnTo>
                  <a:pt x="903009" y="609432"/>
                </a:lnTo>
                <a:lnTo>
                  <a:pt x="904461" y="613924"/>
                </a:lnTo>
                <a:lnTo>
                  <a:pt x="905913" y="613924"/>
                </a:lnTo>
                <a:lnTo>
                  <a:pt x="907364" y="614999"/>
                </a:lnTo>
                <a:lnTo>
                  <a:pt x="908816" y="614999"/>
                </a:lnTo>
                <a:lnTo>
                  <a:pt x="910268" y="619599"/>
                </a:lnTo>
                <a:lnTo>
                  <a:pt x="911720" y="619599"/>
                </a:lnTo>
                <a:lnTo>
                  <a:pt x="913172" y="622398"/>
                </a:lnTo>
                <a:lnTo>
                  <a:pt x="914623" y="622398"/>
                </a:lnTo>
                <a:lnTo>
                  <a:pt x="916075" y="625006"/>
                </a:lnTo>
                <a:lnTo>
                  <a:pt x="917527" y="625006"/>
                </a:lnTo>
                <a:lnTo>
                  <a:pt x="918979" y="626684"/>
                </a:lnTo>
                <a:lnTo>
                  <a:pt x="920430" y="626684"/>
                </a:lnTo>
                <a:lnTo>
                  <a:pt x="921882" y="636543"/>
                </a:lnTo>
                <a:lnTo>
                  <a:pt x="923334" y="636543"/>
                </a:lnTo>
                <a:lnTo>
                  <a:pt x="924786" y="640108"/>
                </a:lnTo>
                <a:lnTo>
                  <a:pt x="926238" y="640939"/>
                </a:lnTo>
                <a:lnTo>
                  <a:pt x="927689" y="640939"/>
                </a:lnTo>
                <a:lnTo>
                  <a:pt x="929141" y="641885"/>
                </a:lnTo>
                <a:lnTo>
                  <a:pt x="930593" y="641885"/>
                </a:lnTo>
                <a:lnTo>
                  <a:pt x="932045" y="643177"/>
                </a:lnTo>
                <a:lnTo>
                  <a:pt x="933497" y="643177"/>
                </a:lnTo>
                <a:lnTo>
                  <a:pt x="934948" y="644497"/>
                </a:lnTo>
                <a:lnTo>
                  <a:pt x="936400" y="644497"/>
                </a:lnTo>
                <a:lnTo>
                  <a:pt x="937852" y="653265"/>
                </a:lnTo>
                <a:lnTo>
                  <a:pt x="939304" y="653265"/>
                </a:lnTo>
                <a:lnTo>
                  <a:pt x="940755" y="657059"/>
                </a:lnTo>
                <a:lnTo>
                  <a:pt x="942207" y="657059"/>
                </a:lnTo>
                <a:lnTo>
                  <a:pt x="943659" y="662585"/>
                </a:lnTo>
                <a:lnTo>
                  <a:pt x="945111" y="662585"/>
                </a:lnTo>
                <a:lnTo>
                  <a:pt x="946563" y="665773"/>
                </a:lnTo>
                <a:lnTo>
                  <a:pt x="948014" y="665773"/>
                </a:lnTo>
                <a:lnTo>
                  <a:pt x="949466" y="668258"/>
                </a:lnTo>
                <a:lnTo>
                  <a:pt x="950918" y="668258"/>
                </a:lnTo>
                <a:lnTo>
                  <a:pt x="952370" y="668767"/>
                </a:lnTo>
                <a:lnTo>
                  <a:pt x="953821" y="668767"/>
                </a:lnTo>
                <a:lnTo>
                  <a:pt x="955273" y="671556"/>
                </a:lnTo>
                <a:lnTo>
                  <a:pt x="956725" y="671556"/>
                </a:lnTo>
                <a:lnTo>
                  <a:pt x="958177" y="672487"/>
                </a:lnTo>
                <a:lnTo>
                  <a:pt x="959629" y="672487"/>
                </a:lnTo>
                <a:lnTo>
                  <a:pt x="961080" y="674537"/>
                </a:lnTo>
                <a:lnTo>
                  <a:pt x="962532" y="674537"/>
                </a:lnTo>
                <a:lnTo>
                  <a:pt x="963984" y="678178"/>
                </a:lnTo>
                <a:lnTo>
                  <a:pt x="965436" y="678178"/>
                </a:lnTo>
                <a:lnTo>
                  <a:pt x="966888" y="681148"/>
                </a:lnTo>
                <a:lnTo>
                  <a:pt x="968339" y="681148"/>
                </a:lnTo>
                <a:lnTo>
                  <a:pt x="969791" y="684248"/>
                </a:lnTo>
                <a:lnTo>
                  <a:pt x="971243" y="684248"/>
                </a:lnTo>
                <a:lnTo>
                  <a:pt x="972695" y="685202"/>
                </a:lnTo>
                <a:lnTo>
                  <a:pt x="974146" y="685202"/>
                </a:lnTo>
                <a:lnTo>
                  <a:pt x="975598" y="685573"/>
                </a:lnTo>
                <a:lnTo>
                  <a:pt x="977050" y="685573"/>
                </a:lnTo>
                <a:lnTo>
                  <a:pt x="978502" y="687468"/>
                </a:lnTo>
                <a:lnTo>
                  <a:pt x="979954" y="687468"/>
                </a:lnTo>
                <a:lnTo>
                  <a:pt x="981405" y="687482"/>
                </a:lnTo>
                <a:lnTo>
                  <a:pt x="982857" y="687482"/>
                </a:lnTo>
                <a:lnTo>
                  <a:pt x="984309" y="688991"/>
                </a:lnTo>
                <a:lnTo>
                  <a:pt x="985761" y="688991"/>
                </a:lnTo>
                <a:lnTo>
                  <a:pt x="987213" y="689443"/>
                </a:lnTo>
                <a:lnTo>
                  <a:pt x="988664" y="689443"/>
                </a:lnTo>
                <a:lnTo>
                  <a:pt x="990116" y="689488"/>
                </a:lnTo>
                <a:lnTo>
                  <a:pt x="991568" y="692551"/>
                </a:lnTo>
                <a:lnTo>
                  <a:pt x="993020" y="692551"/>
                </a:lnTo>
                <a:lnTo>
                  <a:pt x="994471" y="699844"/>
                </a:lnTo>
                <a:lnTo>
                  <a:pt x="995923" y="699844"/>
                </a:lnTo>
                <a:lnTo>
                  <a:pt x="997375" y="700332"/>
                </a:lnTo>
                <a:lnTo>
                  <a:pt x="998827" y="700332"/>
                </a:lnTo>
                <a:lnTo>
                  <a:pt x="1000279" y="701195"/>
                </a:lnTo>
                <a:lnTo>
                  <a:pt x="1001730" y="701195"/>
                </a:lnTo>
                <a:lnTo>
                  <a:pt x="1003182" y="702765"/>
                </a:lnTo>
                <a:lnTo>
                  <a:pt x="1004634" y="702765"/>
                </a:lnTo>
                <a:lnTo>
                  <a:pt x="1006086" y="704717"/>
                </a:lnTo>
                <a:lnTo>
                  <a:pt x="1007537" y="704717"/>
                </a:lnTo>
                <a:lnTo>
                  <a:pt x="1008989" y="706763"/>
                </a:lnTo>
                <a:lnTo>
                  <a:pt x="1010441" y="706763"/>
                </a:lnTo>
                <a:lnTo>
                  <a:pt x="1011893" y="713237"/>
                </a:lnTo>
                <a:lnTo>
                  <a:pt x="1013345" y="713237"/>
                </a:lnTo>
                <a:lnTo>
                  <a:pt x="1014796" y="714031"/>
                </a:lnTo>
                <a:lnTo>
                  <a:pt x="1016248" y="714031"/>
                </a:lnTo>
                <a:lnTo>
                  <a:pt x="1017700" y="714824"/>
                </a:lnTo>
                <a:lnTo>
                  <a:pt x="1019152" y="714824"/>
                </a:lnTo>
                <a:lnTo>
                  <a:pt x="1020604" y="717304"/>
                </a:lnTo>
                <a:lnTo>
                  <a:pt x="1022055" y="717304"/>
                </a:lnTo>
                <a:lnTo>
                  <a:pt x="1023507" y="720494"/>
                </a:lnTo>
                <a:lnTo>
                  <a:pt x="1024959" y="720494"/>
                </a:lnTo>
                <a:lnTo>
                  <a:pt x="1026411" y="720895"/>
                </a:lnTo>
                <a:lnTo>
                  <a:pt x="1027862" y="720895"/>
                </a:lnTo>
                <a:lnTo>
                  <a:pt x="1029314" y="721750"/>
                </a:lnTo>
                <a:lnTo>
                  <a:pt x="1030766" y="721750"/>
                </a:lnTo>
                <a:lnTo>
                  <a:pt x="1032218" y="723580"/>
                </a:lnTo>
                <a:lnTo>
                  <a:pt x="1033670" y="723580"/>
                </a:lnTo>
                <a:lnTo>
                  <a:pt x="1035121" y="726017"/>
                </a:lnTo>
                <a:lnTo>
                  <a:pt x="1036573" y="726017"/>
                </a:lnTo>
                <a:lnTo>
                  <a:pt x="1038025" y="729837"/>
                </a:lnTo>
                <a:lnTo>
                  <a:pt x="1039477" y="729837"/>
                </a:lnTo>
                <a:lnTo>
                  <a:pt x="1040928" y="730991"/>
                </a:lnTo>
                <a:lnTo>
                  <a:pt x="1042380" y="730991"/>
                </a:lnTo>
                <a:lnTo>
                  <a:pt x="1043832" y="734028"/>
                </a:lnTo>
                <a:lnTo>
                  <a:pt x="1045284" y="734028"/>
                </a:lnTo>
                <a:lnTo>
                  <a:pt x="1046736" y="736569"/>
                </a:lnTo>
                <a:lnTo>
                  <a:pt x="1048187" y="736569"/>
                </a:lnTo>
                <a:lnTo>
                  <a:pt x="1049639" y="737385"/>
                </a:lnTo>
                <a:lnTo>
                  <a:pt x="1051091" y="737385"/>
                </a:lnTo>
                <a:lnTo>
                  <a:pt x="1052543" y="740767"/>
                </a:lnTo>
                <a:lnTo>
                  <a:pt x="1053995" y="740767"/>
                </a:lnTo>
                <a:lnTo>
                  <a:pt x="1055446" y="742687"/>
                </a:lnTo>
                <a:lnTo>
                  <a:pt x="1056898" y="742801"/>
                </a:lnTo>
                <a:lnTo>
                  <a:pt x="1058350" y="742801"/>
                </a:lnTo>
                <a:lnTo>
                  <a:pt x="1059802" y="745272"/>
                </a:lnTo>
                <a:lnTo>
                  <a:pt x="1061253" y="745272"/>
                </a:lnTo>
                <a:lnTo>
                  <a:pt x="1062705" y="746793"/>
                </a:lnTo>
                <a:lnTo>
                  <a:pt x="1064157" y="746793"/>
                </a:lnTo>
                <a:lnTo>
                  <a:pt x="1065609" y="747192"/>
                </a:lnTo>
                <a:lnTo>
                  <a:pt x="1067061" y="747192"/>
                </a:lnTo>
                <a:lnTo>
                  <a:pt x="1068512" y="747222"/>
                </a:lnTo>
                <a:lnTo>
                  <a:pt x="1069964" y="747222"/>
                </a:lnTo>
                <a:lnTo>
                  <a:pt x="1071416" y="747705"/>
                </a:lnTo>
                <a:lnTo>
                  <a:pt x="1072868" y="747705"/>
                </a:lnTo>
                <a:lnTo>
                  <a:pt x="1074319" y="749643"/>
                </a:lnTo>
                <a:lnTo>
                  <a:pt x="1075771" y="749643"/>
                </a:lnTo>
                <a:lnTo>
                  <a:pt x="1077223" y="752176"/>
                </a:lnTo>
                <a:lnTo>
                  <a:pt x="1078675" y="752176"/>
                </a:lnTo>
                <a:lnTo>
                  <a:pt x="1080127" y="752501"/>
                </a:lnTo>
                <a:lnTo>
                  <a:pt x="1081578" y="752501"/>
                </a:lnTo>
                <a:lnTo>
                  <a:pt x="1083030" y="753036"/>
                </a:lnTo>
                <a:lnTo>
                  <a:pt x="1084482" y="753036"/>
                </a:lnTo>
                <a:lnTo>
                  <a:pt x="1085934" y="757123"/>
                </a:lnTo>
                <a:lnTo>
                  <a:pt x="1087386" y="757123"/>
                </a:lnTo>
                <a:lnTo>
                  <a:pt x="1088837" y="757685"/>
                </a:lnTo>
                <a:lnTo>
                  <a:pt x="1090289" y="757685"/>
                </a:lnTo>
                <a:lnTo>
                  <a:pt x="1091741" y="758625"/>
                </a:lnTo>
                <a:lnTo>
                  <a:pt x="1093193" y="758625"/>
                </a:lnTo>
                <a:lnTo>
                  <a:pt x="1094644" y="764968"/>
                </a:lnTo>
                <a:lnTo>
                  <a:pt x="1096096" y="764968"/>
                </a:lnTo>
                <a:lnTo>
                  <a:pt x="1097548" y="769345"/>
                </a:lnTo>
                <a:lnTo>
                  <a:pt x="1099000" y="769345"/>
                </a:lnTo>
                <a:lnTo>
                  <a:pt x="1100452" y="771280"/>
                </a:lnTo>
                <a:lnTo>
                  <a:pt x="1101903" y="771280"/>
                </a:lnTo>
                <a:lnTo>
                  <a:pt x="1103355" y="772402"/>
                </a:lnTo>
                <a:lnTo>
                  <a:pt x="1104807" y="772402"/>
                </a:lnTo>
                <a:lnTo>
                  <a:pt x="1106259" y="773622"/>
                </a:lnTo>
                <a:lnTo>
                  <a:pt x="1107711" y="773622"/>
                </a:lnTo>
                <a:lnTo>
                  <a:pt x="1109162" y="773768"/>
                </a:lnTo>
                <a:lnTo>
                  <a:pt x="1110614" y="773768"/>
                </a:lnTo>
                <a:lnTo>
                  <a:pt x="1112066" y="774762"/>
                </a:lnTo>
                <a:lnTo>
                  <a:pt x="1113518" y="774762"/>
                </a:lnTo>
                <a:lnTo>
                  <a:pt x="1114969" y="774887"/>
                </a:lnTo>
                <a:lnTo>
                  <a:pt x="1116421" y="774887"/>
                </a:lnTo>
                <a:lnTo>
                  <a:pt x="1117873" y="774971"/>
                </a:lnTo>
                <a:lnTo>
                  <a:pt x="1119325" y="775106"/>
                </a:lnTo>
                <a:lnTo>
                  <a:pt x="1120777" y="774775"/>
                </a:lnTo>
                <a:lnTo>
                  <a:pt x="1122228" y="753197"/>
                </a:lnTo>
                <a:lnTo>
                  <a:pt x="1123680" y="707342"/>
                </a:lnTo>
                <a:lnTo>
                  <a:pt x="1125132" y="671103"/>
                </a:lnTo>
                <a:lnTo>
                  <a:pt x="1126584" y="643418"/>
                </a:lnTo>
                <a:lnTo>
                  <a:pt x="1128035" y="602199"/>
                </a:lnTo>
                <a:lnTo>
                  <a:pt x="1129487" y="543031"/>
                </a:lnTo>
                <a:lnTo>
                  <a:pt x="1130939" y="490990"/>
                </a:lnTo>
                <a:lnTo>
                  <a:pt x="1132391" y="429362"/>
                </a:lnTo>
                <a:lnTo>
                  <a:pt x="1133843" y="392797"/>
                </a:lnTo>
                <a:lnTo>
                  <a:pt x="1135294" y="301446"/>
                </a:lnTo>
                <a:lnTo>
                  <a:pt x="1136746" y="216524"/>
                </a:lnTo>
                <a:lnTo>
                  <a:pt x="1138198" y="125824"/>
                </a:lnTo>
                <a:lnTo>
                  <a:pt x="1139650" y="11081"/>
                </a:lnTo>
                <a:lnTo>
                  <a:pt x="1141102" y="0"/>
                </a:lnTo>
                <a:lnTo>
                  <a:pt x="1142553" y="71067"/>
                </a:lnTo>
                <a:lnTo>
                  <a:pt x="1144005" y="167510"/>
                </a:lnTo>
                <a:lnTo>
                  <a:pt x="1145457" y="260368"/>
                </a:lnTo>
                <a:lnTo>
                  <a:pt x="1146909" y="331459"/>
                </a:lnTo>
                <a:lnTo>
                  <a:pt x="1148360" y="412125"/>
                </a:lnTo>
                <a:lnTo>
                  <a:pt x="1149812" y="452709"/>
                </a:lnTo>
                <a:lnTo>
                  <a:pt x="1151264" y="532219"/>
                </a:lnTo>
                <a:lnTo>
                  <a:pt x="1152716" y="568645"/>
                </a:lnTo>
                <a:lnTo>
                  <a:pt x="1154168" y="617649"/>
                </a:lnTo>
                <a:lnTo>
                  <a:pt x="1155619" y="656146"/>
                </a:lnTo>
                <a:lnTo>
                  <a:pt x="1157071" y="694577"/>
                </a:lnTo>
                <a:lnTo>
                  <a:pt x="1158523" y="740197"/>
                </a:lnTo>
                <a:lnTo>
                  <a:pt x="1159975" y="760756"/>
                </a:lnTo>
                <a:lnTo>
                  <a:pt x="1161426" y="775724"/>
                </a:lnTo>
                <a:lnTo>
                  <a:pt x="1162878" y="775724"/>
                </a:lnTo>
                <a:lnTo>
                  <a:pt x="1164330" y="777020"/>
                </a:lnTo>
                <a:lnTo>
                  <a:pt x="1165782" y="777020"/>
                </a:lnTo>
                <a:lnTo>
                  <a:pt x="1167234" y="777020"/>
                </a:lnTo>
                <a:lnTo>
                  <a:pt x="1168685" y="777631"/>
                </a:lnTo>
                <a:lnTo>
                  <a:pt x="1170137" y="777631"/>
                </a:lnTo>
                <a:lnTo>
                  <a:pt x="1171589" y="777631"/>
                </a:lnTo>
                <a:lnTo>
                  <a:pt x="1173041" y="777631"/>
                </a:lnTo>
                <a:lnTo>
                  <a:pt x="1174493" y="778368"/>
                </a:lnTo>
                <a:lnTo>
                  <a:pt x="1175944" y="778368"/>
                </a:lnTo>
                <a:lnTo>
                  <a:pt x="1177396" y="778368"/>
                </a:lnTo>
                <a:lnTo>
                  <a:pt x="1178848" y="779815"/>
                </a:lnTo>
                <a:lnTo>
                  <a:pt x="1180300" y="779815"/>
                </a:lnTo>
                <a:lnTo>
                  <a:pt x="1181751" y="779815"/>
                </a:lnTo>
                <a:lnTo>
                  <a:pt x="1183203" y="780264"/>
                </a:lnTo>
                <a:lnTo>
                  <a:pt x="1184655" y="780264"/>
                </a:lnTo>
                <a:lnTo>
                  <a:pt x="1186107" y="780264"/>
                </a:lnTo>
                <a:lnTo>
                  <a:pt x="1187559" y="781706"/>
                </a:lnTo>
                <a:lnTo>
                  <a:pt x="1189010" y="781706"/>
                </a:lnTo>
                <a:lnTo>
                  <a:pt x="1190462" y="781706"/>
                </a:lnTo>
                <a:lnTo>
                  <a:pt x="1191914" y="781706"/>
                </a:lnTo>
                <a:lnTo>
                  <a:pt x="1193366" y="781905"/>
                </a:lnTo>
                <a:lnTo>
                  <a:pt x="1194817" y="781905"/>
                </a:lnTo>
                <a:lnTo>
                  <a:pt x="1196269" y="781905"/>
                </a:lnTo>
                <a:lnTo>
                  <a:pt x="1197721" y="783757"/>
                </a:lnTo>
                <a:lnTo>
                  <a:pt x="1199173" y="783757"/>
                </a:lnTo>
                <a:lnTo>
                  <a:pt x="1200625" y="783757"/>
                </a:lnTo>
                <a:lnTo>
                  <a:pt x="1202076" y="786462"/>
                </a:lnTo>
                <a:lnTo>
                  <a:pt x="1203528" y="786462"/>
                </a:lnTo>
                <a:lnTo>
                  <a:pt x="1204980" y="786462"/>
                </a:lnTo>
                <a:lnTo>
                  <a:pt x="1206432" y="787361"/>
                </a:lnTo>
                <a:lnTo>
                  <a:pt x="1207884" y="787361"/>
                </a:lnTo>
                <a:lnTo>
                  <a:pt x="1209335" y="787361"/>
                </a:lnTo>
                <a:lnTo>
                  <a:pt x="1210787" y="787361"/>
                </a:lnTo>
                <a:lnTo>
                  <a:pt x="1212239" y="787422"/>
                </a:lnTo>
                <a:lnTo>
                  <a:pt x="1213691" y="787422"/>
                </a:lnTo>
                <a:lnTo>
                  <a:pt x="1215142" y="787422"/>
                </a:lnTo>
                <a:lnTo>
                  <a:pt x="1216594" y="788194"/>
                </a:lnTo>
                <a:lnTo>
                  <a:pt x="1218046" y="788194"/>
                </a:lnTo>
                <a:lnTo>
                  <a:pt x="1219498" y="788194"/>
                </a:lnTo>
                <a:lnTo>
                  <a:pt x="1220950" y="789942"/>
                </a:lnTo>
                <a:lnTo>
                  <a:pt x="1222401" y="789942"/>
                </a:lnTo>
                <a:lnTo>
                  <a:pt x="1223853" y="789942"/>
                </a:lnTo>
                <a:lnTo>
                  <a:pt x="1225305" y="790361"/>
                </a:lnTo>
                <a:lnTo>
                  <a:pt x="1226757" y="790361"/>
                </a:lnTo>
                <a:lnTo>
                  <a:pt x="1228209" y="790361"/>
                </a:lnTo>
                <a:lnTo>
                  <a:pt x="1229660" y="790361"/>
                </a:lnTo>
                <a:lnTo>
                  <a:pt x="1231112" y="790453"/>
                </a:lnTo>
                <a:lnTo>
                  <a:pt x="1232564" y="790453"/>
                </a:lnTo>
                <a:lnTo>
                  <a:pt x="1234016" y="790453"/>
                </a:lnTo>
                <a:lnTo>
                  <a:pt x="1235467" y="790458"/>
                </a:lnTo>
                <a:lnTo>
                  <a:pt x="1236919" y="790458"/>
                </a:lnTo>
                <a:lnTo>
                  <a:pt x="1238371" y="790458"/>
                </a:lnTo>
                <a:lnTo>
                  <a:pt x="1239823" y="790996"/>
                </a:lnTo>
                <a:lnTo>
                  <a:pt x="1241275" y="790996"/>
                </a:lnTo>
                <a:lnTo>
                  <a:pt x="1242726" y="790996"/>
                </a:lnTo>
                <a:lnTo>
                  <a:pt x="1244178" y="791789"/>
                </a:lnTo>
                <a:lnTo>
                  <a:pt x="1245630" y="791789"/>
                </a:lnTo>
                <a:lnTo>
                  <a:pt x="1247082" y="791789"/>
                </a:lnTo>
                <a:lnTo>
                  <a:pt x="1248533" y="791789"/>
                </a:lnTo>
                <a:lnTo>
                  <a:pt x="1249985" y="792521"/>
                </a:lnTo>
                <a:lnTo>
                  <a:pt x="1251437" y="792521"/>
                </a:lnTo>
                <a:lnTo>
                  <a:pt x="1252889" y="792521"/>
                </a:lnTo>
                <a:lnTo>
                  <a:pt x="1254341" y="792935"/>
                </a:lnTo>
                <a:lnTo>
                  <a:pt x="1255792" y="792935"/>
                </a:lnTo>
                <a:lnTo>
                  <a:pt x="1257244" y="792935"/>
                </a:lnTo>
                <a:lnTo>
                  <a:pt x="1258696" y="793350"/>
                </a:lnTo>
                <a:lnTo>
                  <a:pt x="1260148" y="793350"/>
                </a:lnTo>
                <a:lnTo>
                  <a:pt x="1261600" y="793350"/>
                </a:lnTo>
                <a:lnTo>
                  <a:pt x="1263051" y="795397"/>
                </a:lnTo>
                <a:lnTo>
                  <a:pt x="1264503" y="795397"/>
                </a:lnTo>
                <a:lnTo>
                  <a:pt x="1265955" y="795397"/>
                </a:lnTo>
                <a:lnTo>
                  <a:pt x="1267407" y="795397"/>
                </a:lnTo>
                <a:lnTo>
                  <a:pt x="1268858" y="796842"/>
                </a:lnTo>
                <a:lnTo>
                  <a:pt x="1270310" y="796842"/>
                </a:lnTo>
                <a:lnTo>
                  <a:pt x="1271762" y="796842"/>
                </a:lnTo>
                <a:lnTo>
                  <a:pt x="1273214" y="797108"/>
                </a:lnTo>
                <a:lnTo>
                  <a:pt x="1274666" y="797108"/>
                </a:lnTo>
                <a:lnTo>
                  <a:pt x="1276117" y="797108"/>
                </a:lnTo>
                <a:lnTo>
                  <a:pt x="1277569" y="800173"/>
                </a:lnTo>
                <a:lnTo>
                  <a:pt x="1279021" y="800173"/>
                </a:lnTo>
                <a:lnTo>
                  <a:pt x="1280473" y="800173"/>
                </a:lnTo>
                <a:lnTo>
                  <a:pt x="1281924" y="800948"/>
                </a:lnTo>
                <a:lnTo>
                  <a:pt x="1283376" y="800948"/>
                </a:lnTo>
                <a:lnTo>
                  <a:pt x="1284828" y="800948"/>
                </a:lnTo>
                <a:lnTo>
                  <a:pt x="1286280" y="800948"/>
                </a:lnTo>
                <a:lnTo>
                  <a:pt x="1287732" y="801513"/>
                </a:lnTo>
                <a:lnTo>
                  <a:pt x="1289183" y="801513"/>
                </a:lnTo>
                <a:lnTo>
                  <a:pt x="1290635" y="801513"/>
                </a:lnTo>
                <a:lnTo>
                  <a:pt x="1292087" y="801977"/>
                </a:lnTo>
                <a:lnTo>
                  <a:pt x="1293539" y="801977"/>
                </a:lnTo>
                <a:lnTo>
                  <a:pt x="1294991" y="801977"/>
                </a:lnTo>
                <a:lnTo>
                  <a:pt x="1296442" y="804295"/>
                </a:lnTo>
                <a:lnTo>
                  <a:pt x="1297894" y="804295"/>
                </a:lnTo>
                <a:lnTo>
                  <a:pt x="1299346" y="804295"/>
                </a:lnTo>
                <a:lnTo>
                  <a:pt x="1300798" y="805165"/>
                </a:lnTo>
                <a:lnTo>
                  <a:pt x="1302249" y="805165"/>
                </a:lnTo>
                <a:lnTo>
                  <a:pt x="1303701" y="805165"/>
                </a:lnTo>
                <a:lnTo>
                  <a:pt x="1305153" y="805165"/>
                </a:lnTo>
                <a:lnTo>
                  <a:pt x="1306605" y="806405"/>
                </a:lnTo>
                <a:lnTo>
                  <a:pt x="1308057" y="806405"/>
                </a:lnTo>
                <a:lnTo>
                  <a:pt x="1309508" y="806405"/>
                </a:lnTo>
                <a:lnTo>
                  <a:pt x="1310960" y="807737"/>
                </a:lnTo>
                <a:lnTo>
                  <a:pt x="1312412" y="807737"/>
                </a:lnTo>
                <a:lnTo>
                  <a:pt x="1313864" y="807737"/>
                </a:lnTo>
                <a:lnTo>
                  <a:pt x="1315315" y="807838"/>
                </a:lnTo>
                <a:lnTo>
                  <a:pt x="1316767" y="807838"/>
                </a:lnTo>
                <a:lnTo>
                  <a:pt x="1318219" y="807838"/>
                </a:lnTo>
                <a:lnTo>
                  <a:pt x="1319671" y="807970"/>
                </a:lnTo>
                <a:lnTo>
                  <a:pt x="1321123" y="807970"/>
                </a:lnTo>
                <a:lnTo>
                  <a:pt x="1322574" y="807970"/>
                </a:lnTo>
                <a:lnTo>
                  <a:pt x="1324026" y="807970"/>
                </a:lnTo>
                <a:lnTo>
                  <a:pt x="1325478" y="808261"/>
                </a:lnTo>
                <a:lnTo>
                  <a:pt x="1326930" y="808261"/>
                </a:lnTo>
                <a:lnTo>
                  <a:pt x="1328382" y="808261"/>
                </a:lnTo>
                <a:lnTo>
                  <a:pt x="1329833" y="811520"/>
                </a:lnTo>
                <a:lnTo>
                  <a:pt x="1331285" y="811520"/>
                </a:lnTo>
                <a:lnTo>
                  <a:pt x="1332737" y="811520"/>
                </a:lnTo>
                <a:lnTo>
                  <a:pt x="1334189" y="812119"/>
                </a:lnTo>
                <a:lnTo>
                  <a:pt x="1335640" y="812119"/>
                </a:lnTo>
                <a:lnTo>
                  <a:pt x="1337092" y="812119"/>
                </a:lnTo>
                <a:lnTo>
                  <a:pt x="1338544" y="813210"/>
                </a:lnTo>
                <a:lnTo>
                  <a:pt x="1339996" y="813210"/>
                </a:lnTo>
                <a:lnTo>
                  <a:pt x="1341448" y="813210"/>
                </a:lnTo>
                <a:lnTo>
                  <a:pt x="1342899" y="813210"/>
                </a:lnTo>
                <a:lnTo>
                  <a:pt x="1344351" y="815082"/>
                </a:lnTo>
                <a:lnTo>
                  <a:pt x="1345803" y="815082"/>
                </a:lnTo>
                <a:lnTo>
                  <a:pt x="1347255" y="815082"/>
                </a:lnTo>
                <a:lnTo>
                  <a:pt x="1348706" y="816998"/>
                </a:lnTo>
                <a:lnTo>
                  <a:pt x="1350158" y="816998"/>
                </a:lnTo>
                <a:lnTo>
                  <a:pt x="1351610" y="816998"/>
                </a:lnTo>
                <a:lnTo>
                  <a:pt x="1353062" y="818979"/>
                </a:lnTo>
                <a:lnTo>
                  <a:pt x="1354514" y="818979"/>
                </a:lnTo>
                <a:lnTo>
                  <a:pt x="1355965" y="818979"/>
                </a:lnTo>
                <a:lnTo>
                  <a:pt x="1357417" y="819216"/>
                </a:lnTo>
                <a:lnTo>
                  <a:pt x="1358869" y="819216"/>
                </a:lnTo>
                <a:lnTo>
                  <a:pt x="1360321" y="819216"/>
                </a:lnTo>
                <a:lnTo>
                  <a:pt x="1361773" y="819216"/>
                </a:lnTo>
                <a:lnTo>
                  <a:pt x="1363224" y="819250"/>
                </a:lnTo>
                <a:lnTo>
                  <a:pt x="1364676" y="819250"/>
                </a:lnTo>
                <a:lnTo>
                  <a:pt x="1366128" y="819250"/>
                </a:lnTo>
                <a:lnTo>
                  <a:pt x="1367580" y="820026"/>
                </a:lnTo>
                <a:lnTo>
                  <a:pt x="1369031" y="820026"/>
                </a:lnTo>
                <a:lnTo>
                  <a:pt x="1370483" y="820026"/>
                </a:lnTo>
                <a:lnTo>
                  <a:pt x="1371935" y="820441"/>
                </a:lnTo>
                <a:lnTo>
                  <a:pt x="1373387" y="820441"/>
                </a:lnTo>
                <a:lnTo>
                  <a:pt x="1374839" y="820441"/>
                </a:lnTo>
                <a:lnTo>
                  <a:pt x="1376290" y="824980"/>
                </a:lnTo>
                <a:lnTo>
                  <a:pt x="1377742" y="824980"/>
                </a:lnTo>
                <a:lnTo>
                  <a:pt x="1379194" y="824980"/>
                </a:lnTo>
                <a:lnTo>
                  <a:pt x="1380646" y="824980"/>
                </a:lnTo>
                <a:lnTo>
                  <a:pt x="1382098" y="826244"/>
                </a:lnTo>
                <a:lnTo>
                  <a:pt x="1383549" y="826244"/>
                </a:lnTo>
                <a:lnTo>
                  <a:pt x="1385001" y="826244"/>
                </a:lnTo>
                <a:lnTo>
                  <a:pt x="1386453" y="827941"/>
                </a:lnTo>
                <a:lnTo>
                  <a:pt x="1387905" y="827941"/>
                </a:lnTo>
                <a:lnTo>
                  <a:pt x="1389356" y="827941"/>
                </a:lnTo>
                <a:lnTo>
                  <a:pt x="1390808" y="828492"/>
                </a:lnTo>
                <a:lnTo>
                  <a:pt x="1392260" y="828492"/>
                </a:lnTo>
                <a:lnTo>
                  <a:pt x="1393712" y="828492"/>
                </a:lnTo>
                <a:lnTo>
                  <a:pt x="1395164" y="829011"/>
                </a:lnTo>
                <a:lnTo>
                  <a:pt x="1396615" y="829011"/>
                </a:lnTo>
                <a:lnTo>
                  <a:pt x="1398067" y="829011"/>
                </a:lnTo>
                <a:lnTo>
                  <a:pt x="1399519" y="829011"/>
                </a:lnTo>
                <a:lnTo>
                  <a:pt x="1400971" y="829105"/>
                </a:lnTo>
                <a:lnTo>
                  <a:pt x="1402422" y="829105"/>
                </a:lnTo>
                <a:lnTo>
                  <a:pt x="1403874" y="829105"/>
                </a:lnTo>
                <a:lnTo>
                  <a:pt x="1405326" y="829596"/>
                </a:lnTo>
                <a:lnTo>
                  <a:pt x="1406778" y="829596"/>
                </a:lnTo>
                <a:lnTo>
                  <a:pt x="1408230" y="829596"/>
                </a:lnTo>
                <a:lnTo>
                  <a:pt x="1409681" y="829932"/>
                </a:lnTo>
                <a:lnTo>
                  <a:pt x="1411133" y="829932"/>
                </a:lnTo>
                <a:lnTo>
                  <a:pt x="1412585" y="829932"/>
                </a:lnTo>
                <a:lnTo>
                  <a:pt x="1414037" y="831167"/>
                </a:lnTo>
                <a:lnTo>
                  <a:pt x="1415489" y="831167"/>
                </a:lnTo>
                <a:lnTo>
                  <a:pt x="1416940" y="831167"/>
                </a:lnTo>
                <a:lnTo>
                  <a:pt x="1418392" y="831167"/>
                </a:lnTo>
                <a:lnTo>
                  <a:pt x="1419844" y="831475"/>
                </a:lnTo>
                <a:lnTo>
                  <a:pt x="1421296" y="831475"/>
                </a:lnTo>
                <a:lnTo>
                  <a:pt x="1422747" y="831475"/>
                </a:lnTo>
                <a:lnTo>
                  <a:pt x="1424199" y="833818"/>
                </a:lnTo>
                <a:lnTo>
                  <a:pt x="1425651" y="833818"/>
                </a:lnTo>
                <a:lnTo>
                  <a:pt x="1427103" y="833818"/>
                </a:lnTo>
                <a:lnTo>
                  <a:pt x="1428555" y="834105"/>
                </a:lnTo>
                <a:lnTo>
                  <a:pt x="1430006" y="834105"/>
                </a:lnTo>
                <a:lnTo>
                  <a:pt x="1431458" y="834105"/>
                </a:lnTo>
                <a:lnTo>
                  <a:pt x="1432910" y="835753"/>
                </a:lnTo>
                <a:lnTo>
                  <a:pt x="1434362" y="835753"/>
                </a:lnTo>
                <a:lnTo>
                  <a:pt x="1435813" y="835753"/>
                </a:lnTo>
                <a:lnTo>
                  <a:pt x="1437265" y="835753"/>
                </a:lnTo>
                <a:lnTo>
                  <a:pt x="1438717" y="836492"/>
                </a:lnTo>
                <a:lnTo>
                  <a:pt x="1440169" y="836492"/>
                </a:lnTo>
                <a:lnTo>
                  <a:pt x="1441621" y="836492"/>
                </a:lnTo>
                <a:lnTo>
                  <a:pt x="1443072" y="837210"/>
                </a:lnTo>
                <a:lnTo>
                  <a:pt x="1444524" y="837210"/>
                </a:lnTo>
                <a:lnTo>
                  <a:pt x="1445976" y="837210"/>
                </a:lnTo>
                <a:lnTo>
                  <a:pt x="1447428" y="837258"/>
                </a:lnTo>
                <a:lnTo>
                  <a:pt x="1448880" y="837258"/>
                </a:lnTo>
                <a:lnTo>
                  <a:pt x="1450331" y="837258"/>
                </a:lnTo>
                <a:lnTo>
                  <a:pt x="1451783" y="837367"/>
                </a:lnTo>
                <a:lnTo>
                  <a:pt x="1453235" y="837367"/>
                </a:lnTo>
                <a:lnTo>
                  <a:pt x="1454687" y="837367"/>
                </a:lnTo>
                <a:lnTo>
                  <a:pt x="1456138" y="837367"/>
                </a:lnTo>
                <a:lnTo>
                  <a:pt x="1457590" y="837742"/>
                </a:lnTo>
                <a:lnTo>
                  <a:pt x="1459042" y="837742"/>
                </a:lnTo>
                <a:lnTo>
                  <a:pt x="1460494" y="837742"/>
                </a:lnTo>
                <a:lnTo>
                  <a:pt x="1461946" y="839079"/>
                </a:lnTo>
                <a:lnTo>
                  <a:pt x="1463397" y="839079"/>
                </a:lnTo>
                <a:lnTo>
                  <a:pt x="1464849" y="839561"/>
                </a:lnTo>
                <a:lnTo>
                  <a:pt x="1466301" y="807100"/>
                </a:lnTo>
                <a:lnTo>
                  <a:pt x="1467753" y="803555"/>
                </a:lnTo>
                <a:lnTo>
                  <a:pt x="1469204" y="830450"/>
                </a:lnTo>
                <a:lnTo>
                  <a:pt x="1470656" y="840246"/>
                </a:lnTo>
                <a:lnTo>
                  <a:pt x="1472108" y="848720"/>
                </a:lnTo>
                <a:lnTo>
                  <a:pt x="1473560" y="851352"/>
                </a:lnTo>
                <a:lnTo>
                  <a:pt x="1475012" y="857232"/>
                </a:lnTo>
                <a:lnTo>
                  <a:pt x="1476463" y="862628"/>
                </a:lnTo>
                <a:lnTo>
                  <a:pt x="1477915" y="870703"/>
                </a:lnTo>
                <a:lnTo>
                  <a:pt x="1479367" y="879834"/>
                </a:lnTo>
                <a:lnTo>
                  <a:pt x="1480819" y="883492"/>
                </a:lnTo>
                <a:lnTo>
                  <a:pt x="1482271" y="891993"/>
                </a:lnTo>
                <a:lnTo>
                  <a:pt x="1483722" y="896508"/>
                </a:lnTo>
                <a:lnTo>
                  <a:pt x="1485174" y="902029"/>
                </a:lnTo>
                <a:lnTo>
                  <a:pt x="1486626" y="906065"/>
                </a:lnTo>
                <a:lnTo>
                  <a:pt x="1488078" y="912240"/>
                </a:lnTo>
                <a:lnTo>
                  <a:pt x="1489529" y="915504"/>
                </a:lnTo>
                <a:lnTo>
                  <a:pt x="1490981" y="923191"/>
                </a:lnTo>
                <a:lnTo>
                  <a:pt x="1492433" y="928249"/>
                </a:lnTo>
                <a:lnTo>
                  <a:pt x="1493885" y="932330"/>
                </a:lnTo>
                <a:lnTo>
                  <a:pt x="1495337" y="937742"/>
                </a:lnTo>
                <a:lnTo>
                  <a:pt x="1496788" y="942371"/>
                </a:lnTo>
                <a:lnTo>
                  <a:pt x="1498240" y="945125"/>
                </a:lnTo>
                <a:lnTo>
                  <a:pt x="1499692" y="950114"/>
                </a:lnTo>
                <a:lnTo>
                  <a:pt x="1501144" y="953928"/>
                </a:lnTo>
                <a:lnTo>
                  <a:pt x="1502596" y="957375"/>
                </a:lnTo>
                <a:lnTo>
                  <a:pt x="1504047" y="960601"/>
                </a:lnTo>
                <a:lnTo>
                  <a:pt x="1505499" y="964299"/>
                </a:lnTo>
                <a:lnTo>
                  <a:pt x="1506951" y="970484"/>
                </a:lnTo>
                <a:lnTo>
                  <a:pt x="1508403" y="971843"/>
                </a:lnTo>
                <a:lnTo>
                  <a:pt x="1509854" y="975172"/>
                </a:lnTo>
                <a:lnTo>
                  <a:pt x="1511306" y="979370"/>
                </a:lnTo>
                <a:lnTo>
                  <a:pt x="1512758" y="981019"/>
                </a:lnTo>
                <a:lnTo>
                  <a:pt x="1514210" y="984348"/>
                </a:lnTo>
                <a:lnTo>
                  <a:pt x="1515662" y="985561"/>
                </a:lnTo>
                <a:lnTo>
                  <a:pt x="1517113" y="987530"/>
                </a:lnTo>
                <a:lnTo>
                  <a:pt x="1518565" y="989841"/>
                </a:lnTo>
                <a:lnTo>
                  <a:pt x="1520017" y="991624"/>
                </a:lnTo>
                <a:lnTo>
                  <a:pt x="1521469" y="992290"/>
                </a:lnTo>
                <a:lnTo>
                  <a:pt x="1522920" y="994770"/>
                </a:lnTo>
                <a:lnTo>
                  <a:pt x="1524372" y="996592"/>
                </a:lnTo>
                <a:lnTo>
                  <a:pt x="1525824" y="998222"/>
                </a:lnTo>
                <a:lnTo>
                  <a:pt x="1527276" y="999926"/>
                </a:lnTo>
                <a:lnTo>
                  <a:pt x="1528728" y="1001142"/>
                </a:lnTo>
                <a:lnTo>
                  <a:pt x="1530179" y="1004361"/>
                </a:lnTo>
                <a:lnTo>
                  <a:pt x="1531631" y="1006422"/>
                </a:lnTo>
                <a:lnTo>
                  <a:pt x="1533083" y="1008356"/>
                </a:lnTo>
                <a:lnTo>
                  <a:pt x="1534535" y="1009809"/>
                </a:lnTo>
                <a:lnTo>
                  <a:pt x="1535987" y="1013351"/>
                </a:lnTo>
                <a:lnTo>
                  <a:pt x="1537438" y="1014991"/>
                </a:lnTo>
                <a:lnTo>
                  <a:pt x="1538890" y="1016217"/>
                </a:lnTo>
                <a:lnTo>
                  <a:pt x="1540342" y="1018115"/>
                </a:lnTo>
                <a:lnTo>
                  <a:pt x="1541794" y="1019347"/>
                </a:lnTo>
                <a:lnTo>
                  <a:pt x="1543245" y="1022433"/>
                </a:lnTo>
                <a:lnTo>
                  <a:pt x="1544697" y="1024043"/>
                </a:lnTo>
                <a:lnTo>
                  <a:pt x="1546149" y="1025092"/>
                </a:lnTo>
                <a:lnTo>
                  <a:pt x="1547601" y="1026133"/>
                </a:lnTo>
                <a:lnTo>
                  <a:pt x="1549053" y="1027793"/>
                </a:lnTo>
                <a:lnTo>
                  <a:pt x="1550504" y="1028527"/>
                </a:lnTo>
                <a:lnTo>
                  <a:pt x="1551956" y="1029399"/>
                </a:lnTo>
                <a:lnTo>
                  <a:pt x="1553408" y="1030573"/>
                </a:lnTo>
                <a:lnTo>
                  <a:pt x="1554860" y="1032317"/>
                </a:lnTo>
                <a:lnTo>
                  <a:pt x="1556311" y="1034207"/>
                </a:lnTo>
                <a:lnTo>
                  <a:pt x="1557763" y="1034676"/>
                </a:lnTo>
                <a:lnTo>
                  <a:pt x="1559215" y="1034467"/>
                </a:lnTo>
                <a:lnTo>
                  <a:pt x="1560667" y="1032111"/>
                </a:lnTo>
                <a:lnTo>
                  <a:pt x="1562119" y="1031171"/>
                </a:lnTo>
                <a:lnTo>
                  <a:pt x="1563570" y="1030635"/>
                </a:lnTo>
                <a:lnTo>
                  <a:pt x="1565022" y="1028520"/>
                </a:lnTo>
                <a:lnTo>
                  <a:pt x="1566474" y="1026681"/>
                </a:lnTo>
                <a:lnTo>
                  <a:pt x="1567926" y="1024218"/>
                </a:lnTo>
                <a:lnTo>
                  <a:pt x="1569378" y="1021556"/>
                </a:lnTo>
                <a:lnTo>
                  <a:pt x="1570829" y="1020909"/>
                </a:lnTo>
                <a:lnTo>
                  <a:pt x="1572281" y="1017220"/>
                </a:lnTo>
                <a:lnTo>
                  <a:pt x="1573733" y="1013483"/>
                </a:lnTo>
                <a:lnTo>
                  <a:pt x="1575185" y="1011320"/>
                </a:lnTo>
                <a:lnTo>
                  <a:pt x="1576636" y="1006783"/>
                </a:lnTo>
                <a:lnTo>
                  <a:pt x="1578088" y="1005449"/>
                </a:lnTo>
                <a:lnTo>
                  <a:pt x="1579540" y="1001470"/>
                </a:lnTo>
                <a:lnTo>
                  <a:pt x="1580992" y="996529"/>
                </a:lnTo>
                <a:lnTo>
                  <a:pt x="1582444" y="988681"/>
                </a:lnTo>
                <a:lnTo>
                  <a:pt x="1583895" y="972217"/>
                </a:lnTo>
                <a:lnTo>
                  <a:pt x="1585347" y="962911"/>
                </a:lnTo>
                <a:lnTo>
                  <a:pt x="1586799" y="947043"/>
                </a:lnTo>
                <a:lnTo>
                  <a:pt x="1588251" y="925950"/>
                </a:lnTo>
                <a:lnTo>
                  <a:pt x="1589702" y="906238"/>
                </a:lnTo>
                <a:lnTo>
                  <a:pt x="1591154" y="880266"/>
                </a:lnTo>
                <a:lnTo>
                  <a:pt x="1592606" y="843347"/>
                </a:lnTo>
                <a:lnTo>
                  <a:pt x="1594058" y="800003"/>
                </a:lnTo>
                <a:lnTo>
                  <a:pt x="1595510" y="795766"/>
                </a:lnTo>
                <a:lnTo>
                  <a:pt x="1596961" y="816434"/>
                </a:lnTo>
                <a:lnTo>
                  <a:pt x="1598413" y="854990"/>
                </a:lnTo>
                <a:lnTo>
                  <a:pt x="1599865" y="888535"/>
                </a:lnTo>
                <a:lnTo>
                  <a:pt x="1601317" y="916019"/>
                </a:lnTo>
                <a:lnTo>
                  <a:pt x="1602769" y="939494"/>
                </a:lnTo>
                <a:lnTo>
                  <a:pt x="1604220" y="953305"/>
                </a:lnTo>
                <a:lnTo>
                  <a:pt x="1605672" y="966829"/>
                </a:lnTo>
                <a:lnTo>
                  <a:pt x="1607124" y="980220"/>
                </a:lnTo>
                <a:lnTo>
                  <a:pt x="1608576" y="994216"/>
                </a:lnTo>
                <a:lnTo>
                  <a:pt x="1610027" y="1034734"/>
                </a:lnTo>
                <a:lnTo>
                  <a:pt x="1611479" y="1043392"/>
                </a:lnTo>
                <a:lnTo>
                  <a:pt x="1612931" y="1049442"/>
                </a:lnTo>
                <a:lnTo>
                  <a:pt x="1614383" y="1052610"/>
                </a:lnTo>
                <a:lnTo>
                  <a:pt x="1615835" y="1054062"/>
                </a:lnTo>
                <a:lnTo>
                  <a:pt x="1617286" y="1054066"/>
                </a:lnTo>
                <a:lnTo>
                  <a:pt x="1618738" y="1054065"/>
                </a:lnTo>
                <a:lnTo>
                  <a:pt x="1620190" y="1039572"/>
                </a:lnTo>
                <a:lnTo>
                  <a:pt x="1621642" y="1038308"/>
                </a:lnTo>
                <a:lnTo>
                  <a:pt x="1623094" y="1032061"/>
                </a:lnTo>
                <a:lnTo>
                  <a:pt x="1624545" y="1025779"/>
                </a:lnTo>
                <a:lnTo>
                  <a:pt x="1625997" y="1023284"/>
                </a:lnTo>
                <a:lnTo>
                  <a:pt x="1627449" y="1011328"/>
                </a:lnTo>
                <a:lnTo>
                  <a:pt x="1628901" y="1007642"/>
                </a:lnTo>
                <a:lnTo>
                  <a:pt x="1630352" y="994775"/>
                </a:lnTo>
                <a:lnTo>
                  <a:pt x="1631804" y="989760"/>
                </a:lnTo>
                <a:lnTo>
                  <a:pt x="1633256" y="999413"/>
                </a:lnTo>
                <a:lnTo>
                  <a:pt x="1634708" y="1011290"/>
                </a:lnTo>
                <a:lnTo>
                  <a:pt x="1636160" y="1020638"/>
                </a:lnTo>
                <a:lnTo>
                  <a:pt x="1637611" y="1025726"/>
                </a:lnTo>
                <a:lnTo>
                  <a:pt x="1639063" y="1031985"/>
                </a:lnTo>
                <a:lnTo>
                  <a:pt x="1640515" y="1036918"/>
                </a:lnTo>
                <a:lnTo>
                  <a:pt x="1641967" y="1038376"/>
                </a:lnTo>
                <a:lnTo>
                  <a:pt x="1643418" y="1041859"/>
                </a:lnTo>
                <a:lnTo>
                  <a:pt x="1644870" y="1041971"/>
                </a:lnTo>
                <a:lnTo>
                  <a:pt x="1646322" y="1046113"/>
                </a:lnTo>
                <a:lnTo>
                  <a:pt x="1647774" y="1046279"/>
                </a:lnTo>
                <a:lnTo>
                  <a:pt x="1649226" y="1046348"/>
                </a:lnTo>
                <a:lnTo>
                  <a:pt x="1650677" y="1046902"/>
                </a:lnTo>
                <a:lnTo>
                  <a:pt x="1652129" y="1046990"/>
                </a:lnTo>
                <a:lnTo>
                  <a:pt x="1653581" y="1048519"/>
                </a:lnTo>
                <a:lnTo>
                  <a:pt x="1655033" y="1048745"/>
                </a:lnTo>
                <a:lnTo>
                  <a:pt x="1656485" y="1049742"/>
                </a:lnTo>
                <a:lnTo>
                  <a:pt x="1657936" y="1050378"/>
                </a:lnTo>
                <a:lnTo>
                  <a:pt x="1659388" y="1050877"/>
                </a:lnTo>
                <a:lnTo>
                  <a:pt x="1660840" y="1051394"/>
                </a:lnTo>
                <a:lnTo>
                  <a:pt x="1662292" y="1051588"/>
                </a:lnTo>
                <a:lnTo>
                  <a:pt x="1663743" y="1051770"/>
                </a:lnTo>
                <a:lnTo>
                  <a:pt x="1665195" y="1051833"/>
                </a:lnTo>
                <a:lnTo>
                  <a:pt x="1666647" y="1051900"/>
                </a:lnTo>
                <a:lnTo>
                  <a:pt x="1668099" y="1051880"/>
                </a:lnTo>
                <a:lnTo>
                  <a:pt x="1669551" y="1050421"/>
                </a:lnTo>
                <a:lnTo>
                  <a:pt x="1671002" y="1047724"/>
                </a:lnTo>
                <a:lnTo>
                  <a:pt x="1672454" y="1043167"/>
                </a:lnTo>
                <a:lnTo>
                  <a:pt x="1673906" y="1038089"/>
                </a:lnTo>
                <a:lnTo>
                  <a:pt x="1675358" y="1031528"/>
                </a:lnTo>
                <a:lnTo>
                  <a:pt x="1676809" y="1008037"/>
                </a:lnTo>
                <a:lnTo>
                  <a:pt x="1678261" y="997701"/>
                </a:lnTo>
                <a:lnTo>
                  <a:pt x="1679713" y="984367"/>
                </a:lnTo>
                <a:lnTo>
                  <a:pt x="1681165" y="970403"/>
                </a:lnTo>
                <a:lnTo>
                  <a:pt x="1682617" y="967421"/>
                </a:lnTo>
                <a:lnTo>
                  <a:pt x="1684068" y="976890"/>
                </a:lnTo>
                <a:lnTo>
                  <a:pt x="1685520" y="991391"/>
                </a:lnTo>
                <a:lnTo>
                  <a:pt x="1686972" y="1003658"/>
                </a:lnTo>
                <a:lnTo>
                  <a:pt x="1688424" y="1012320"/>
                </a:lnTo>
                <a:lnTo>
                  <a:pt x="1689876" y="1013853"/>
                </a:lnTo>
                <a:lnTo>
                  <a:pt x="1691327" y="1016778"/>
                </a:lnTo>
                <a:lnTo>
                  <a:pt x="1692779" y="1020668"/>
                </a:lnTo>
                <a:lnTo>
                  <a:pt x="1694231" y="1024494"/>
                </a:lnTo>
                <a:lnTo>
                  <a:pt x="1695683" y="1025846"/>
                </a:lnTo>
                <a:lnTo>
                  <a:pt x="1697134" y="1030148"/>
                </a:lnTo>
                <a:lnTo>
                  <a:pt x="1698586" y="1031368"/>
                </a:lnTo>
                <a:lnTo>
                  <a:pt x="1700038" y="1031372"/>
                </a:lnTo>
                <a:lnTo>
                  <a:pt x="1701490" y="1031382"/>
                </a:lnTo>
                <a:lnTo>
                  <a:pt x="1702942" y="1031399"/>
                </a:lnTo>
                <a:lnTo>
                  <a:pt x="1704393" y="1031424"/>
                </a:lnTo>
                <a:lnTo>
                  <a:pt x="1705845" y="1031455"/>
                </a:lnTo>
                <a:lnTo>
                  <a:pt x="1707297" y="1029731"/>
                </a:lnTo>
                <a:lnTo>
                  <a:pt x="1708749" y="1028500"/>
                </a:lnTo>
                <a:lnTo>
                  <a:pt x="1710200" y="1027761"/>
                </a:lnTo>
                <a:lnTo>
                  <a:pt x="1711652" y="1027515"/>
                </a:lnTo>
                <a:lnTo>
                  <a:pt x="1713104" y="1026274"/>
                </a:lnTo>
                <a:lnTo>
                  <a:pt x="1714556" y="1029127"/>
                </a:lnTo>
                <a:lnTo>
                  <a:pt x="1716008" y="1031339"/>
                </a:lnTo>
                <a:lnTo>
                  <a:pt x="1717459" y="1031528"/>
                </a:lnTo>
                <a:lnTo>
                  <a:pt x="1718911" y="1031993"/>
                </a:lnTo>
                <a:lnTo>
                  <a:pt x="1720363" y="1032727"/>
                </a:lnTo>
                <a:lnTo>
                  <a:pt x="1721815" y="1033109"/>
                </a:lnTo>
                <a:lnTo>
                  <a:pt x="1723267" y="1033596"/>
                </a:lnTo>
                <a:lnTo>
                  <a:pt x="1724718" y="1034105"/>
                </a:lnTo>
                <a:lnTo>
                  <a:pt x="1726170" y="1034444"/>
                </a:lnTo>
                <a:lnTo>
                  <a:pt x="1727622" y="1034973"/>
                </a:lnTo>
                <a:lnTo>
                  <a:pt x="1729074" y="1035423"/>
                </a:lnTo>
                <a:lnTo>
                  <a:pt x="1730525" y="1035735"/>
                </a:lnTo>
                <a:lnTo>
                  <a:pt x="1731977" y="1035996"/>
                </a:lnTo>
                <a:lnTo>
                  <a:pt x="1733429" y="1036053"/>
                </a:lnTo>
                <a:lnTo>
                  <a:pt x="1734881" y="1036614"/>
                </a:lnTo>
                <a:lnTo>
                  <a:pt x="1736333" y="1037420"/>
                </a:lnTo>
                <a:lnTo>
                  <a:pt x="1737784" y="1038089"/>
                </a:lnTo>
                <a:lnTo>
                  <a:pt x="1739236" y="1039370"/>
                </a:lnTo>
                <a:lnTo>
                  <a:pt x="1740688" y="1039532"/>
                </a:lnTo>
                <a:lnTo>
                  <a:pt x="1742140" y="1040019"/>
                </a:lnTo>
                <a:lnTo>
                  <a:pt x="1743591" y="1040260"/>
                </a:lnTo>
                <a:lnTo>
                  <a:pt x="1745043" y="1040611"/>
                </a:lnTo>
                <a:lnTo>
                  <a:pt x="1746495" y="1040896"/>
                </a:lnTo>
                <a:lnTo>
                  <a:pt x="1747947" y="1041219"/>
                </a:lnTo>
                <a:lnTo>
                  <a:pt x="1749399" y="1041795"/>
                </a:lnTo>
                <a:lnTo>
                  <a:pt x="1750850" y="1042103"/>
                </a:lnTo>
                <a:lnTo>
                  <a:pt x="1752302" y="1042324"/>
                </a:lnTo>
                <a:lnTo>
                  <a:pt x="1753754" y="1042437"/>
                </a:lnTo>
                <a:lnTo>
                  <a:pt x="1755206" y="1042674"/>
                </a:lnTo>
                <a:lnTo>
                  <a:pt x="1756658" y="1042835"/>
                </a:lnTo>
                <a:lnTo>
                  <a:pt x="1758109" y="1043167"/>
                </a:lnTo>
                <a:lnTo>
                  <a:pt x="1759561" y="1043413"/>
                </a:lnTo>
                <a:lnTo>
                  <a:pt x="1761013" y="1044229"/>
                </a:lnTo>
                <a:lnTo>
                  <a:pt x="1762465" y="1044386"/>
                </a:lnTo>
                <a:lnTo>
                  <a:pt x="1763916" y="1044974"/>
                </a:lnTo>
                <a:lnTo>
                  <a:pt x="1765368" y="1045071"/>
                </a:lnTo>
                <a:lnTo>
                  <a:pt x="1766820" y="1045516"/>
                </a:lnTo>
                <a:lnTo>
                  <a:pt x="1768272" y="1046101"/>
                </a:lnTo>
                <a:lnTo>
                  <a:pt x="1769724" y="1046179"/>
                </a:lnTo>
                <a:lnTo>
                  <a:pt x="1771175" y="1046615"/>
                </a:lnTo>
                <a:lnTo>
                  <a:pt x="1772627" y="1046658"/>
                </a:lnTo>
                <a:lnTo>
                  <a:pt x="1774079" y="1046784"/>
                </a:lnTo>
                <a:lnTo>
                  <a:pt x="1775531" y="1047191"/>
                </a:lnTo>
                <a:lnTo>
                  <a:pt x="1776983" y="1047327"/>
                </a:lnTo>
                <a:lnTo>
                  <a:pt x="1778434" y="1047724"/>
                </a:lnTo>
                <a:lnTo>
                  <a:pt x="1779886" y="1047743"/>
                </a:lnTo>
                <a:lnTo>
                  <a:pt x="1781338" y="1047782"/>
                </a:lnTo>
                <a:lnTo>
                  <a:pt x="1782790" y="1047822"/>
                </a:lnTo>
                <a:lnTo>
                  <a:pt x="1784241" y="1047970"/>
                </a:lnTo>
                <a:lnTo>
                  <a:pt x="1785693" y="1048155"/>
                </a:lnTo>
                <a:lnTo>
                  <a:pt x="1787145" y="1048374"/>
                </a:lnTo>
                <a:lnTo>
                  <a:pt x="1788597" y="1049194"/>
                </a:lnTo>
                <a:lnTo>
                  <a:pt x="1790049" y="1049272"/>
                </a:lnTo>
                <a:lnTo>
                  <a:pt x="1791500" y="1049306"/>
                </a:lnTo>
                <a:lnTo>
                  <a:pt x="1792952" y="1049380"/>
                </a:lnTo>
                <a:lnTo>
                  <a:pt x="1794404" y="1049907"/>
                </a:lnTo>
                <a:lnTo>
                  <a:pt x="1795856" y="1050073"/>
                </a:lnTo>
                <a:lnTo>
                  <a:pt x="1797307" y="1050194"/>
                </a:lnTo>
                <a:lnTo>
                  <a:pt x="1798759" y="1050421"/>
                </a:lnTo>
                <a:lnTo>
                  <a:pt x="1800211" y="1050555"/>
                </a:lnTo>
                <a:lnTo>
                  <a:pt x="1801663" y="1050606"/>
                </a:lnTo>
                <a:lnTo>
                  <a:pt x="1803115" y="1050777"/>
                </a:lnTo>
                <a:lnTo>
                  <a:pt x="1804566" y="1050840"/>
                </a:lnTo>
                <a:lnTo>
                  <a:pt x="1806018" y="1051105"/>
                </a:lnTo>
                <a:lnTo>
                  <a:pt x="1807470" y="1051135"/>
                </a:lnTo>
                <a:lnTo>
                  <a:pt x="1808922" y="1051199"/>
                </a:lnTo>
                <a:lnTo>
                  <a:pt x="1810374" y="1051262"/>
                </a:lnTo>
                <a:lnTo>
                  <a:pt x="1811825" y="1051269"/>
                </a:lnTo>
                <a:lnTo>
                  <a:pt x="1813277" y="1051404"/>
                </a:lnTo>
                <a:lnTo>
                  <a:pt x="1814729" y="1051512"/>
                </a:lnTo>
                <a:lnTo>
                  <a:pt x="1816181" y="1051537"/>
                </a:lnTo>
                <a:lnTo>
                  <a:pt x="1817632" y="1051593"/>
                </a:lnTo>
                <a:lnTo>
                  <a:pt x="1819084" y="1051880"/>
                </a:lnTo>
                <a:lnTo>
                  <a:pt x="1820536" y="1051967"/>
                </a:lnTo>
                <a:lnTo>
                  <a:pt x="1821988" y="1052016"/>
                </a:lnTo>
                <a:lnTo>
                  <a:pt x="1823440" y="1052113"/>
                </a:lnTo>
                <a:lnTo>
                  <a:pt x="1824891" y="1052177"/>
                </a:lnTo>
                <a:lnTo>
                  <a:pt x="1826343" y="1052209"/>
                </a:lnTo>
                <a:lnTo>
                  <a:pt x="1827795" y="1052260"/>
                </a:lnTo>
                <a:lnTo>
                  <a:pt x="1829247" y="1052310"/>
                </a:lnTo>
                <a:lnTo>
                  <a:pt x="1830698" y="1052330"/>
                </a:lnTo>
                <a:lnTo>
                  <a:pt x="1832150" y="1052374"/>
                </a:lnTo>
                <a:lnTo>
                  <a:pt x="1833602" y="1052483"/>
                </a:lnTo>
                <a:lnTo>
                  <a:pt x="1835054" y="1052505"/>
                </a:lnTo>
                <a:lnTo>
                  <a:pt x="1836506" y="1052552"/>
                </a:lnTo>
                <a:lnTo>
                  <a:pt x="1837957" y="1052577"/>
                </a:lnTo>
                <a:lnTo>
                  <a:pt x="1839409" y="1052656"/>
                </a:lnTo>
                <a:lnTo>
                  <a:pt x="1840861" y="1052734"/>
                </a:lnTo>
                <a:lnTo>
                  <a:pt x="1842313" y="1052745"/>
                </a:lnTo>
                <a:lnTo>
                  <a:pt x="1843765" y="1052756"/>
                </a:lnTo>
                <a:lnTo>
                  <a:pt x="1845216" y="1052883"/>
                </a:lnTo>
                <a:lnTo>
                  <a:pt x="1846668" y="1052983"/>
                </a:lnTo>
                <a:lnTo>
                  <a:pt x="1848120" y="1053039"/>
                </a:lnTo>
                <a:lnTo>
                  <a:pt x="1849572" y="1053050"/>
                </a:lnTo>
                <a:lnTo>
                  <a:pt x="1851023" y="1053052"/>
                </a:lnTo>
                <a:lnTo>
                  <a:pt x="1852475" y="1053105"/>
                </a:lnTo>
                <a:lnTo>
                  <a:pt x="1853927" y="1053204"/>
                </a:lnTo>
                <a:lnTo>
                  <a:pt x="1855379" y="1053222"/>
                </a:lnTo>
                <a:lnTo>
                  <a:pt x="1856831" y="1053273"/>
                </a:lnTo>
                <a:lnTo>
                  <a:pt x="1858282" y="1053348"/>
                </a:lnTo>
                <a:lnTo>
                  <a:pt x="1859734" y="1053371"/>
                </a:lnTo>
                <a:lnTo>
                  <a:pt x="1861186" y="1053396"/>
                </a:lnTo>
                <a:lnTo>
                  <a:pt x="1862638" y="1053427"/>
                </a:lnTo>
                <a:lnTo>
                  <a:pt x="1864089" y="1053434"/>
                </a:lnTo>
                <a:lnTo>
                  <a:pt x="1865541" y="1053437"/>
                </a:lnTo>
                <a:lnTo>
                  <a:pt x="1866993" y="1053488"/>
                </a:lnTo>
                <a:lnTo>
                  <a:pt x="1868445" y="1053534"/>
                </a:lnTo>
                <a:lnTo>
                  <a:pt x="1869897" y="1053582"/>
                </a:lnTo>
                <a:lnTo>
                  <a:pt x="1871348" y="1053595"/>
                </a:lnTo>
                <a:lnTo>
                  <a:pt x="1872800" y="1053659"/>
                </a:lnTo>
                <a:lnTo>
                  <a:pt x="1874252" y="1053700"/>
                </a:lnTo>
                <a:lnTo>
                  <a:pt x="1875704" y="1053725"/>
                </a:lnTo>
                <a:lnTo>
                  <a:pt x="1877156" y="1053747"/>
                </a:lnTo>
                <a:lnTo>
                  <a:pt x="1878607" y="1053771"/>
                </a:lnTo>
                <a:lnTo>
                  <a:pt x="1880059" y="1053817"/>
                </a:lnTo>
                <a:lnTo>
                  <a:pt x="1881511" y="1053841"/>
                </a:lnTo>
                <a:lnTo>
                  <a:pt x="1882963" y="1053857"/>
                </a:lnTo>
                <a:lnTo>
                  <a:pt x="1884414" y="1053870"/>
                </a:lnTo>
                <a:lnTo>
                  <a:pt x="1885866" y="1053878"/>
                </a:lnTo>
                <a:lnTo>
                  <a:pt x="1887318" y="1053903"/>
                </a:lnTo>
                <a:lnTo>
                  <a:pt x="1888770" y="1053930"/>
                </a:lnTo>
                <a:lnTo>
                  <a:pt x="1890222" y="1053942"/>
                </a:lnTo>
                <a:lnTo>
                  <a:pt x="1891673" y="1053973"/>
                </a:lnTo>
                <a:lnTo>
                  <a:pt x="1893125" y="1053995"/>
                </a:lnTo>
                <a:lnTo>
                  <a:pt x="1894577" y="1054021"/>
                </a:lnTo>
                <a:lnTo>
                  <a:pt x="1896029" y="1054026"/>
                </a:lnTo>
                <a:lnTo>
                  <a:pt x="1897481" y="1054031"/>
                </a:lnTo>
                <a:lnTo>
                  <a:pt x="1898932" y="1054035"/>
                </a:lnTo>
                <a:lnTo>
                  <a:pt x="1900384" y="1054049"/>
                </a:lnTo>
                <a:lnTo>
                  <a:pt x="1901836" y="1054065"/>
                </a:lnTo>
                <a:lnTo>
                  <a:pt x="1903288" y="1054068"/>
                </a:lnTo>
                <a:lnTo>
                  <a:pt x="1904739" y="1054075"/>
                </a:lnTo>
                <a:lnTo>
                  <a:pt x="1906191" y="1054090"/>
                </a:lnTo>
                <a:lnTo>
                  <a:pt x="1907643" y="1054099"/>
                </a:lnTo>
                <a:lnTo>
                  <a:pt x="1909095" y="1054107"/>
                </a:lnTo>
                <a:lnTo>
                  <a:pt x="1910547" y="1054119"/>
                </a:lnTo>
                <a:lnTo>
                  <a:pt x="1911998" y="1054122"/>
                </a:lnTo>
                <a:lnTo>
                  <a:pt x="1913450" y="1054126"/>
                </a:lnTo>
                <a:lnTo>
                  <a:pt x="1914902" y="1054131"/>
                </a:lnTo>
                <a:lnTo>
                  <a:pt x="1916354" y="1054138"/>
                </a:lnTo>
                <a:lnTo>
                  <a:pt x="1917805" y="1054138"/>
                </a:lnTo>
                <a:lnTo>
                  <a:pt x="1919257" y="1054143"/>
                </a:lnTo>
                <a:lnTo>
                  <a:pt x="1920709" y="1054154"/>
                </a:lnTo>
                <a:lnTo>
                  <a:pt x="1922161" y="1054165"/>
                </a:lnTo>
                <a:lnTo>
                  <a:pt x="1923613" y="1054169"/>
                </a:lnTo>
                <a:lnTo>
                  <a:pt x="1925064" y="1054171"/>
                </a:lnTo>
                <a:lnTo>
                  <a:pt x="1926516" y="1054177"/>
                </a:lnTo>
                <a:lnTo>
                  <a:pt x="1927968" y="1054191"/>
                </a:lnTo>
                <a:lnTo>
                  <a:pt x="1929420" y="1054194"/>
                </a:lnTo>
                <a:lnTo>
                  <a:pt x="1930872" y="1054195"/>
                </a:lnTo>
                <a:lnTo>
                  <a:pt x="1932323" y="1054198"/>
                </a:lnTo>
                <a:lnTo>
                  <a:pt x="1933775" y="1054201"/>
                </a:lnTo>
                <a:lnTo>
                  <a:pt x="1935227" y="1054209"/>
                </a:lnTo>
                <a:lnTo>
                  <a:pt x="1936679" y="1054219"/>
                </a:lnTo>
                <a:lnTo>
                  <a:pt x="1938130" y="1054233"/>
                </a:lnTo>
                <a:lnTo>
                  <a:pt x="1939582" y="1054252"/>
                </a:lnTo>
                <a:lnTo>
                  <a:pt x="1941034" y="1054253"/>
                </a:lnTo>
                <a:lnTo>
                  <a:pt x="1942486" y="1054256"/>
                </a:lnTo>
                <a:lnTo>
                  <a:pt x="1943938" y="1054263"/>
                </a:lnTo>
                <a:lnTo>
                  <a:pt x="1945389" y="1054265"/>
                </a:lnTo>
                <a:lnTo>
                  <a:pt x="1946841" y="1054270"/>
                </a:lnTo>
                <a:lnTo>
                  <a:pt x="1948293" y="1054283"/>
                </a:lnTo>
                <a:lnTo>
                  <a:pt x="1949745" y="1054283"/>
                </a:lnTo>
                <a:lnTo>
                  <a:pt x="1951196" y="1054283"/>
                </a:lnTo>
                <a:lnTo>
                  <a:pt x="1952648" y="1054299"/>
                </a:lnTo>
                <a:lnTo>
                  <a:pt x="1954100" y="1054302"/>
                </a:lnTo>
                <a:lnTo>
                  <a:pt x="1955552" y="1054312"/>
                </a:lnTo>
                <a:lnTo>
                  <a:pt x="1957004" y="1054318"/>
                </a:lnTo>
                <a:lnTo>
                  <a:pt x="1958455" y="1054327"/>
                </a:lnTo>
                <a:lnTo>
                  <a:pt x="1959907" y="1054341"/>
                </a:lnTo>
                <a:lnTo>
                  <a:pt x="1961359" y="1054350"/>
                </a:lnTo>
                <a:lnTo>
                  <a:pt x="1962811" y="1054354"/>
                </a:lnTo>
                <a:lnTo>
                  <a:pt x="1964263" y="1054363"/>
                </a:lnTo>
                <a:lnTo>
                  <a:pt x="1965714" y="1054366"/>
                </a:lnTo>
                <a:lnTo>
                  <a:pt x="1967166" y="1054379"/>
                </a:lnTo>
                <a:lnTo>
                  <a:pt x="1968618" y="1054387"/>
                </a:lnTo>
                <a:lnTo>
                  <a:pt x="1970070" y="1054393"/>
                </a:lnTo>
                <a:lnTo>
                  <a:pt x="1971521" y="1054397"/>
                </a:lnTo>
                <a:lnTo>
                  <a:pt x="1972973" y="1054409"/>
                </a:lnTo>
                <a:lnTo>
                  <a:pt x="1974425" y="1054419"/>
                </a:lnTo>
                <a:lnTo>
                  <a:pt x="1975877" y="1054423"/>
                </a:lnTo>
                <a:lnTo>
                  <a:pt x="1977329" y="1054426"/>
                </a:lnTo>
                <a:lnTo>
                  <a:pt x="1978780" y="1054427"/>
                </a:lnTo>
                <a:lnTo>
                  <a:pt x="1980232" y="1054437"/>
                </a:lnTo>
                <a:lnTo>
                  <a:pt x="1981684" y="1054443"/>
                </a:lnTo>
                <a:lnTo>
                  <a:pt x="1983136" y="1054448"/>
                </a:lnTo>
                <a:lnTo>
                  <a:pt x="1984587" y="1054449"/>
                </a:lnTo>
                <a:lnTo>
                  <a:pt x="1986039" y="1054451"/>
                </a:lnTo>
                <a:lnTo>
                  <a:pt x="1987491" y="1054458"/>
                </a:lnTo>
                <a:lnTo>
                  <a:pt x="1988943" y="1054462"/>
                </a:lnTo>
                <a:lnTo>
                  <a:pt x="1990395" y="1054466"/>
                </a:lnTo>
                <a:lnTo>
                  <a:pt x="1991846" y="1054466"/>
                </a:lnTo>
                <a:lnTo>
                  <a:pt x="1993298" y="1054468"/>
                </a:lnTo>
                <a:lnTo>
                  <a:pt x="1994750" y="1054473"/>
                </a:lnTo>
                <a:lnTo>
                  <a:pt x="1996202" y="1054475"/>
                </a:lnTo>
                <a:lnTo>
                  <a:pt x="1997654" y="1054478"/>
                </a:lnTo>
                <a:lnTo>
                  <a:pt x="1999105" y="1054479"/>
                </a:lnTo>
                <a:lnTo>
                  <a:pt x="2000557" y="1054491"/>
                </a:lnTo>
                <a:lnTo>
                  <a:pt x="2002009" y="1054492"/>
                </a:lnTo>
                <a:lnTo>
                  <a:pt x="2003461" y="1054498"/>
                </a:lnTo>
                <a:lnTo>
                  <a:pt x="2004912" y="1054500"/>
                </a:lnTo>
                <a:lnTo>
                  <a:pt x="2006364" y="1054505"/>
                </a:lnTo>
                <a:lnTo>
                  <a:pt x="2007816" y="1054512"/>
                </a:lnTo>
                <a:lnTo>
                  <a:pt x="2009268" y="1054514"/>
                </a:lnTo>
                <a:lnTo>
                  <a:pt x="2010720" y="1054517"/>
                </a:lnTo>
                <a:lnTo>
                  <a:pt x="2012171" y="1054529"/>
                </a:lnTo>
                <a:lnTo>
                  <a:pt x="2013623" y="1054536"/>
                </a:lnTo>
                <a:lnTo>
                  <a:pt x="2015075" y="1054541"/>
                </a:lnTo>
                <a:lnTo>
                  <a:pt x="2016527" y="1054542"/>
                </a:lnTo>
                <a:lnTo>
                  <a:pt x="2017979" y="1054543"/>
                </a:lnTo>
                <a:lnTo>
                  <a:pt x="2019430" y="1054549"/>
                </a:lnTo>
                <a:lnTo>
                  <a:pt x="2020882" y="1054556"/>
                </a:lnTo>
                <a:lnTo>
                  <a:pt x="2022334" y="1054561"/>
                </a:lnTo>
                <a:lnTo>
                  <a:pt x="2023786" y="1054564"/>
                </a:lnTo>
                <a:lnTo>
                  <a:pt x="2025237" y="1054571"/>
                </a:lnTo>
                <a:lnTo>
                  <a:pt x="2026689" y="1054572"/>
                </a:lnTo>
                <a:lnTo>
                  <a:pt x="2028141" y="1054578"/>
                </a:lnTo>
                <a:lnTo>
                  <a:pt x="2029593" y="1054583"/>
                </a:lnTo>
                <a:lnTo>
                  <a:pt x="2031045" y="1054587"/>
                </a:lnTo>
                <a:lnTo>
                  <a:pt x="2032496" y="1054590"/>
                </a:lnTo>
                <a:lnTo>
                  <a:pt x="2033948" y="1054592"/>
                </a:lnTo>
                <a:lnTo>
                  <a:pt x="2035400" y="1054597"/>
                </a:lnTo>
                <a:lnTo>
                  <a:pt x="2036852" y="1054599"/>
                </a:lnTo>
                <a:lnTo>
                  <a:pt x="2038303" y="1054600"/>
                </a:lnTo>
                <a:lnTo>
                  <a:pt x="2039755" y="1054600"/>
                </a:lnTo>
                <a:lnTo>
                  <a:pt x="2041207" y="1054603"/>
                </a:lnTo>
                <a:lnTo>
                  <a:pt x="2042659" y="1054607"/>
                </a:lnTo>
                <a:lnTo>
                  <a:pt x="2044111" y="1054612"/>
                </a:lnTo>
                <a:lnTo>
                  <a:pt x="2045562" y="1054616"/>
                </a:lnTo>
                <a:lnTo>
                  <a:pt x="2047014" y="1054620"/>
                </a:lnTo>
                <a:lnTo>
                  <a:pt x="2048466" y="1054624"/>
                </a:lnTo>
                <a:lnTo>
                  <a:pt x="2049918" y="1054627"/>
                </a:lnTo>
                <a:lnTo>
                  <a:pt x="2051370" y="1054628"/>
                </a:lnTo>
                <a:lnTo>
                  <a:pt x="2052821" y="1054629"/>
                </a:lnTo>
                <a:lnTo>
                  <a:pt x="2054273" y="1054630"/>
                </a:lnTo>
                <a:lnTo>
                  <a:pt x="2055725" y="1054633"/>
                </a:lnTo>
                <a:lnTo>
                  <a:pt x="2057177" y="1054635"/>
                </a:lnTo>
                <a:lnTo>
                  <a:pt x="2058628" y="1054636"/>
                </a:lnTo>
                <a:lnTo>
                  <a:pt x="2060080" y="1054640"/>
                </a:lnTo>
                <a:lnTo>
                  <a:pt x="2061532" y="1054645"/>
                </a:lnTo>
                <a:lnTo>
                  <a:pt x="2062984" y="1054652"/>
                </a:lnTo>
                <a:lnTo>
                  <a:pt x="2064436" y="1054656"/>
                </a:lnTo>
                <a:lnTo>
                  <a:pt x="2065887" y="1054657"/>
                </a:lnTo>
                <a:lnTo>
                  <a:pt x="2067339" y="1054657"/>
                </a:lnTo>
                <a:lnTo>
                  <a:pt x="2068791" y="1054660"/>
                </a:lnTo>
                <a:lnTo>
                  <a:pt x="2070243" y="1054663"/>
                </a:lnTo>
                <a:lnTo>
                  <a:pt x="2071694" y="1054664"/>
                </a:lnTo>
                <a:lnTo>
                  <a:pt x="2073146" y="1054668"/>
                </a:lnTo>
                <a:lnTo>
                  <a:pt x="2074598" y="1054672"/>
                </a:lnTo>
                <a:lnTo>
                  <a:pt x="2076050" y="1054679"/>
                </a:lnTo>
                <a:lnTo>
                  <a:pt x="2077502" y="1054683"/>
                </a:lnTo>
                <a:lnTo>
                  <a:pt x="2078953" y="1054685"/>
                </a:lnTo>
                <a:lnTo>
                  <a:pt x="2080405" y="1054686"/>
                </a:lnTo>
                <a:lnTo>
                  <a:pt x="2081857" y="1054687"/>
                </a:lnTo>
                <a:lnTo>
                  <a:pt x="2083309" y="1054690"/>
                </a:lnTo>
                <a:lnTo>
                  <a:pt x="2084761" y="1054692"/>
                </a:lnTo>
                <a:lnTo>
                  <a:pt x="2086212" y="1054694"/>
                </a:lnTo>
                <a:lnTo>
                  <a:pt x="2087664" y="1054700"/>
                </a:lnTo>
                <a:lnTo>
                  <a:pt x="2089116" y="1054706"/>
                </a:lnTo>
                <a:lnTo>
                  <a:pt x="2090568" y="1054707"/>
                </a:lnTo>
                <a:lnTo>
                  <a:pt x="2092019" y="1054709"/>
                </a:lnTo>
                <a:lnTo>
                  <a:pt x="2093471" y="1054710"/>
                </a:lnTo>
                <a:lnTo>
                  <a:pt x="2094923" y="1054713"/>
                </a:lnTo>
                <a:lnTo>
                  <a:pt x="2096375" y="1054713"/>
                </a:lnTo>
                <a:lnTo>
                  <a:pt x="2097827" y="1054714"/>
                </a:lnTo>
                <a:lnTo>
                  <a:pt x="2099278" y="1054716"/>
                </a:lnTo>
                <a:lnTo>
                  <a:pt x="2100730" y="1054718"/>
                </a:lnTo>
                <a:lnTo>
                  <a:pt x="2102182" y="1054723"/>
                </a:lnTo>
                <a:lnTo>
                  <a:pt x="2103634" y="1054724"/>
                </a:lnTo>
                <a:lnTo>
                  <a:pt x="2105085" y="1054728"/>
                </a:lnTo>
                <a:lnTo>
                  <a:pt x="2106537" y="1054730"/>
                </a:lnTo>
                <a:lnTo>
                  <a:pt x="2107989" y="1054734"/>
                </a:lnTo>
                <a:lnTo>
                  <a:pt x="2109441" y="1054736"/>
                </a:lnTo>
                <a:lnTo>
                  <a:pt x="2110893" y="1054739"/>
                </a:lnTo>
                <a:lnTo>
                  <a:pt x="2112344" y="1054740"/>
                </a:lnTo>
                <a:lnTo>
                  <a:pt x="2113796" y="1054741"/>
                </a:lnTo>
                <a:lnTo>
                  <a:pt x="2115248" y="1054746"/>
                </a:lnTo>
                <a:lnTo>
                  <a:pt x="2116700" y="1054749"/>
                </a:lnTo>
                <a:lnTo>
                  <a:pt x="2118152" y="1054754"/>
                </a:lnTo>
                <a:lnTo>
                  <a:pt x="2119603" y="1054756"/>
                </a:lnTo>
                <a:lnTo>
                  <a:pt x="2121055" y="1054761"/>
                </a:lnTo>
                <a:lnTo>
                  <a:pt x="2122507" y="1054766"/>
                </a:lnTo>
                <a:lnTo>
                  <a:pt x="2123959" y="1054767"/>
                </a:lnTo>
                <a:lnTo>
                  <a:pt x="2125410" y="1054767"/>
                </a:lnTo>
                <a:lnTo>
                  <a:pt x="2126862" y="1054767"/>
                </a:lnTo>
                <a:lnTo>
                  <a:pt x="2128314" y="1054770"/>
                </a:lnTo>
                <a:lnTo>
                  <a:pt x="2129766" y="1054772"/>
                </a:lnTo>
                <a:lnTo>
                  <a:pt x="2131218" y="1054773"/>
                </a:lnTo>
                <a:lnTo>
                  <a:pt x="2132669" y="1054786"/>
                </a:lnTo>
                <a:lnTo>
                  <a:pt x="2134121" y="1054790"/>
                </a:lnTo>
                <a:lnTo>
                  <a:pt x="2135573" y="1054790"/>
                </a:lnTo>
                <a:lnTo>
                  <a:pt x="2137025" y="1054792"/>
                </a:lnTo>
                <a:lnTo>
                  <a:pt x="2138477" y="1054794"/>
                </a:lnTo>
                <a:lnTo>
                  <a:pt x="2139928" y="1054794"/>
                </a:lnTo>
                <a:lnTo>
                  <a:pt x="2141380" y="1054799"/>
                </a:lnTo>
                <a:lnTo>
                  <a:pt x="2142832" y="1054804"/>
                </a:lnTo>
                <a:lnTo>
                  <a:pt x="2144284" y="1054804"/>
                </a:lnTo>
                <a:lnTo>
                  <a:pt x="2145735" y="1054806"/>
                </a:lnTo>
                <a:lnTo>
                  <a:pt x="2147187" y="1054808"/>
                </a:lnTo>
                <a:lnTo>
                  <a:pt x="2148639" y="1054812"/>
                </a:lnTo>
                <a:lnTo>
                  <a:pt x="2150091" y="1054814"/>
                </a:lnTo>
                <a:lnTo>
                  <a:pt x="2151543" y="1054817"/>
                </a:lnTo>
                <a:lnTo>
                  <a:pt x="2152994" y="1054819"/>
                </a:lnTo>
                <a:lnTo>
                  <a:pt x="2154446" y="1054819"/>
                </a:lnTo>
                <a:lnTo>
                  <a:pt x="2155898" y="1054821"/>
                </a:lnTo>
                <a:lnTo>
                  <a:pt x="2157350" y="1054821"/>
                </a:lnTo>
                <a:lnTo>
                  <a:pt x="2158801" y="1054826"/>
                </a:lnTo>
                <a:lnTo>
                  <a:pt x="2160253" y="1054830"/>
                </a:lnTo>
                <a:lnTo>
                  <a:pt x="2161705" y="1054832"/>
                </a:lnTo>
                <a:lnTo>
                  <a:pt x="2163157" y="1054836"/>
                </a:lnTo>
                <a:lnTo>
                  <a:pt x="2164609" y="1054838"/>
                </a:lnTo>
                <a:lnTo>
                  <a:pt x="2166060" y="1054841"/>
                </a:lnTo>
                <a:lnTo>
                  <a:pt x="2167512" y="1054843"/>
                </a:lnTo>
                <a:lnTo>
                  <a:pt x="2168964" y="1054843"/>
                </a:lnTo>
                <a:lnTo>
                  <a:pt x="2170416" y="1054844"/>
                </a:lnTo>
                <a:lnTo>
                  <a:pt x="2171868" y="1054844"/>
                </a:lnTo>
                <a:lnTo>
                  <a:pt x="2173319" y="1054846"/>
                </a:lnTo>
                <a:lnTo>
                  <a:pt x="2174771" y="1054848"/>
                </a:lnTo>
                <a:lnTo>
                  <a:pt x="2176223" y="1054850"/>
                </a:lnTo>
                <a:lnTo>
                  <a:pt x="2177675" y="1054851"/>
                </a:lnTo>
                <a:lnTo>
                  <a:pt x="2179126" y="1054852"/>
                </a:lnTo>
                <a:lnTo>
                  <a:pt x="2180578" y="1054853"/>
                </a:lnTo>
                <a:lnTo>
                  <a:pt x="2182030" y="1054856"/>
                </a:lnTo>
                <a:lnTo>
                  <a:pt x="2183482" y="1054862"/>
                </a:lnTo>
                <a:lnTo>
                  <a:pt x="2184934" y="1054863"/>
                </a:lnTo>
                <a:lnTo>
                  <a:pt x="2186385" y="1054864"/>
                </a:lnTo>
                <a:lnTo>
                  <a:pt x="2187837" y="1054866"/>
                </a:lnTo>
                <a:lnTo>
                  <a:pt x="2189289" y="1054866"/>
                </a:lnTo>
                <a:lnTo>
                  <a:pt x="2190741" y="1054867"/>
                </a:lnTo>
                <a:lnTo>
                  <a:pt x="2192192" y="1054867"/>
                </a:lnTo>
                <a:lnTo>
                  <a:pt x="2193644" y="1054867"/>
                </a:lnTo>
                <a:lnTo>
                  <a:pt x="2195096" y="1054869"/>
                </a:lnTo>
                <a:lnTo>
                  <a:pt x="2196548" y="1054870"/>
                </a:lnTo>
                <a:lnTo>
                  <a:pt x="2198000" y="1054871"/>
                </a:lnTo>
                <a:lnTo>
                  <a:pt x="2199451" y="1054872"/>
                </a:lnTo>
                <a:lnTo>
                  <a:pt x="2200903" y="1054873"/>
                </a:lnTo>
                <a:lnTo>
                  <a:pt x="2202355" y="1054876"/>
                </a:lnTo>
                <a:lnTo>
                  <a:pt x="2203807" y="1054880"/>
                </a:lnTo>
                <a:lnTo>
                  <a:pt x="2205259" y="1054880"/>
                </a:lnTo>
                <a:lnTo>
                  <a:pt x="2206710" y="1054881"/>
                </a:lnTo>
                <a:lnTo>
                  <a:pt x="2208162" y="1054883"/>
                </a:lnTo>
                <a:lnTo>
                  <a:pt x="2209614" y="1054887"/>
                </a:lnTo>
                <a:lnTo>
                  <a:pt x="2211066" y="1054888"/>
                </a:lnTo>
                <a:lnTo>
                  <a:pt x="2212517" y="1054889"/>
                </a:lnTo>
                <a:lnTo>
                  <a:pt x="2213969" y="1054889"/>
                </a:lnTo>
                <a:lnTo>
                  <a:pt x="2215421" y="1054890"/>
                </a:lnTo>
                <a:lnTo>
                  <a:pt x="2216873" y="1054890"/>
                </a:lnTo>
                <a:lnTo>
                  <a:pt x="2218325" y="1054892"/>
                </a:lnTo>
                <a:lnTo>
                  <a:pt x="2219776" y="1054894"/>
                </a:lnTo>
                <a:lnTo>
                  <a:pt x="2221228" y="1054896"/>
                </a:lnTo>
                <a:lnTo>
                  <a:pt x="2222680" y="1054898"/>
                </a:lnTo>
                <a:lnTo>
                  <a:pt x="2224132" y="1054901"/>
                </a:lnTo>
                <a:lnTo>
                  <a:pt x="2225583" y="1054902"/>
                </a:lnTo>
                <a:lnTo>
                  <a:pt x="2227035" y="1054902"/>
                </a:lnTo>
                <a:lnTo>
                  <a:pt x="2228487" y="1054902"/>
                </a:lnTo>
                <a:lnTo>
                  <a:pt x="2229939" y="1054904"/>
                </a:lnTo>
                <a:lnTo>
                  <a:pt x="2231391" y="1054907"/>
                </a:lnTo>
                <a:lnTo>
                  <a:pt x="2232842" y="1054908"/>
                </a:lnTo>
                <a:lnTo>
                  <a:pt x="2234294" y="1054910"/>
                </a:lnTo>
                <a:lnTo>
                  <a:pt x="2235746" y="1054911"/>
                </a:lnTo>
                <a:lnTo>
                  <a:pt x="2237198" y="1054912"/>
                </a:lnTo>
                <a:lnTo>
                  <a:pt x="2238650" y="1054912"/>
                </a:lnTo>
                <a:lnTo>
                  <a:pt x="2240101" y="1054914"/>
                </a:lnTo>
                <a:lnTo>
                  <a:pt x="2241553" y="1054914"/>
                </a:lnTo>
                <a:lnTo>
                  <a:pt x="2243005" y="1054915"/>
                </a:lnTo>
                <a:lnTo>
                  <a:pt x="2244457" y="1054918"/>
                </a:lnTo>
                <a:lnTo>
                  <a:pt x="2245908" y="1054919"/>
                </a:lnTo>
                <a:lnTo>
                  <a:pt x="2247360" y="1054920"/>
                </a:lnTo>
                <a:lnTo>
                  <a:pt x="2248812" y="1054923"/>
                </a:lnTo>
                <a:lnTo>
                  <a:pt x="2250264" y="1054926"/>
                </a:lnTo>
                <a:lnTo>
                  <a:pt x="2251716" y="1054928"/>
                </a:lnTo>
                <a:lnTo>
                  <a:pt x="2253167" y="1054928"/>
                </a:lnTo>
                <a:lnTo>
                  <a:pt x="2254619" y="1054929"/>
                </a:lnTo>
                <a:lnTo>
                  <a:pt x="2256071" y="1054930"/>
                </a:lnTo>
                <a:lnTo>
                  <a:pt x="2257523" y="1054930"/>
                </a:lnTo>
                <a:lnTo>
                  <a:pt x="2258974" y="1054931"/>
                </a:lnTo>
                <a:lnTo>
                  <a:pt x="2260426" y="1054931"/>
                </a:lnTo>
                <a:lnTo>
                  <a:pt x="2261878" y="1054932"/>
                </a:lnTo>
                <a:lnTo>
                  <a:pt x="2263330" y="1054933"/>
                </a:lnTo>
                <a:lnTo>
                  <a:pt x="2264782" y="1054937"/>
                </a:lnTo>
                <a:lnTo>
                  <a:pt x="2266233" y="1054938"/>
                </a:lnTo>
                <a:lnTo>
                  <a:pt x="2267685" y="1054940"/>
                </a:lnTo>
                <a:lnTo>
                  <a:pt x="2269137" y="1054942"/>
                </a:lnTo>
                <a:lnTo>
                  <a:pt x="2270589" y="1054942"/>
                </a:lnTo>
                <a:lnTo>
                  <a:pt x="2272041" y="1054943"/>
                </a:lnTo>
                <a:lnTo>
                  <a:pt x="2273492" y="1054944"/>
                </a:lnTo>
                <a:lnTo>
                  <a:pt x="2274944" y="1054945"/>
                </a:lnTo>
                <a:lnTo>
                  <a:pt x="2276396" y="1054946"/>
                </a:lnTo>
                <a:lnTo>
                  <a:pt x="2277848" y="1054947"/>
                </a:lnTo>
                <a:lnTo>
                  <a:pt x="2279299" y="1054948"/>
                </a:lnTo>
                <a:lnTo>
                  <a:pt x="2280751" y="1054948"/>
                </a:lnTo>
                <a:lnTo>
                  <a:pt x="2282203" y="1054950"/>
                </a:lnTo>
                <a:lnTo>
                  <a:pt x="2283655" y="1054950"/>
                </a:lnTo>
                <a:lnTo>
                  <a:pt x="2285107" y="1054950"/>
                </a:lnTo>
                <a:lnTo>
                  <a:pt x="2286558" y="1054951"/>
                </a:lnTo>
                <a:lnTo>
                  <a:pt x="2288010" y="1054952"/>
                </a:lnTo>
                <a:lnTo>
                  <a:pt x="2289462" y="1054952"/>
                </a:lnTo>
                <a:lnTo>
                  <a:pt x="2290914" y="1054954"/>
                </a:lnTo>
                <a:lnTo>
                  <a:pt x="2292366" y="1054957"/>
                </a:lnTo>
                <a:lnTo>
                  <a:pt x="2293817" y="1054958"/>
                </a:lnTo>
                <a:lnTo>
                  <a:pt x="2295269" y="1054958"/>
                </a:lnTo>
                <a:lnTo>
                  <a:pt x="2296721" y="1054960"/>
                </a:lnTo>
                <a:lnTo>
                  <a:pt x="2298173" y="1054961"/>
                </a:lnTo>
                <a:lnTo>
                  <a:pt x="2299624" y="1054962"/>
                </a:lnTo>
                <a:lnTo>
                  <a:pt x="2301076" y="1054963"/>
                </a:lnTo>
                <a:lnTo>
                  <a:pt x="2302528" y="1054964"/>
                </a:lnTo>
                <a:lnTo>
                  <a:pt x="2303980" y="1054965"/>
                </a:lnTo>
                <a:lnTo>
                  <a:pt x="2305432" y="1054965"/>
                </a:lnTo>
                <a:lnTo>
                  <a:pt x="2306883" y="1054966"/>
                </a:lnTo>
                <a:lnTo>
                  <a:pt x="2308335" y="1054967"/>
                </a:lnTo>
                <a:lnTo>
                  <a:pt x="2309787" y="1054968"/>
                </a:lnTo>
                <a:lnTo>
                  <a:pt x="2311239" y="1054968"/>
                </a:lnTo>
                <a:lnTo>
                  <a:pt x="2312690" y="1054969"/>
                </a:lnTo>
                <a:lnTo>
                  <a:pt x="2314142" y="1054970"/>
                </a:lnTo>
                <a:lnTo>
                  <a:pt x="2315594" y="1054972"/>
                </a:lnTo>
                <a:lnTo>
                  <a:pt x="2317046" y="1054973"/>
                </a:lnTo>
                <a:lnTo>
                  <a:pt x="2318498" y="1054973"/>
                </a:lnTo>
                <a:lnTo>
                  <a:pt x="2319949" y="1054975"/>
                </a:lnTo>
                <a:lnTo>
                  <a:pt x="2321401" y="1054976"/>
                </a:lnTo>
                <a:lnTo>
                  <a:pt x="2322853" y="1054977"/>
                </a:lnTo>
                <a:lnTo>
                  <a:pt x="2324305" y="1054978"/>
                </a:lnTo>
                <a:lnTo>
                  <a:pt x="2325757" y="1054979"/>
                </a:lnTo>
                <a:lnTo>
                  <a:pt x="2327208" y="1054980"/>
                </a:lnTo>
                <a:lnTo>
                  <a:pt x="2328660" y="1054981"/>
                </a:lnTo>
                <a:lnTo>
                  <a:pt x="2330112" y="1054982"/>
                </a:lnTo>
                <a:lnTo>
                  <a:pt x="2331564" y="1054982"/>
                </a:lnTo>
                <a:lnTo>
                  <a:pt x="2333015" y="1054983"/>
                </a:lnTo>
                <a:lnTo>
                  <a:pt x="2334467" y="1054983"/>
                </a:lnTo>
                <a:lnTo>
                  <a:pt x="2335919" y="1054985"/>
                </a:lnTo>
                <a:lnTo>
                  <a:pt x="2337371" y="1054986"/>
                </a:lnTo>
                <a:lnTo>
                  <a:pt x="2338823" y="1054987"/>
                </a:lnTo>
                <a:lnTo>
                  <a:pt x="2340274" y="1054988"/>
                </a:lnTo>
                <a:lnTo>
                  <a:pt x="2341726" y="1054989"/>
                </a:lnTo>
                <a:lnTo>
                  <a:pt x="2343178" y="1054990"/>
                </a:lnTo>
                <a:lnTo>
                  <a:pt x="2344630" y="1054991"/>
                </a:lnTo>
                <a:lnTo>
                  <a:pt x="2346081" y="1054991"/>
                </a:lnTo>
                <a:lnTo>
                  <a:pt x="2347533" y="1054991"/>
                </a:lnTo>
                <a:lnTo>
                  <a:pt x="2348985" y="1054992"/>
                </a:lnTo>
                <a:lnTo>
                  <a:pt x="2350437" y="1054992"/>
                </a:lnTo>
                <a:lnTo>
                  <a:pt x="2351889" y="1054993"/>
                </a:lnTo>
                <a:lnTo>
                  <a:pt x="2353340" y="1054993"/>
                </a:lnTo>
                <a:lnTo>
                  <a:pt x="2354792" y="1054994"/>
                </a:lnTo>
                <a:lnTo>
                  <a:pt x="2356244" y="1054995"/>
                </a:lnTo>
                <a:lnTo>
                  <a:pt x="2357696" y="1054995"/>
                </a:lnTo>
                <a:lnTo>
                  <a:pt x="2359148" y="1054996"/>
                </a:lnTo>
                <a:lnTo>
                  <a:pt x="2360599" y="1054997"/>
                </a:lnTo>
                <a:lnTo>
                  <a:pt x="2362051" y="1054998"/>
                </a:lnTo>
                <a:lnTo>
                  <a:pt x="2363503" y="1054998"/>
                </a:lnTo>
                <a:lnTo>
                  <a:pt x="2364955" y="1054999"/>
                </a:lnTo>
                <a:lnTo>
                  <a:pt x="2366406" y="1055000"/>
                </a:lnTo>
                <a:lnTo>
                  <a:pt x="2367858" y="1055001"/>
                </a:lnTo>
                <a:lnTo>
                  <a:pt x="2369310" y="1055001"/>
                </a:lnTo>
                <a:lnTo>
                  <a:pt x="2370762" y="1055002"/>
                </a:lnTo>
                <a:lnTo>
                  <a:pt x="2372214" y="1055003"/>
                </a:lnTo>
                <a:lnTo>
                  <a:pt x="2373665" y="1055004"/>
                </a:lnTo>
                <a:lnTo>
                  <a:pt x="2375117" y="1055005"/>
                </a:lnTo>
                <a:lnTo>
                  <a:pt x="2376569" y="1055006"/>
                </a:lnTo>
                <a:lnTo>
                  <a:pt x="2378021" y="1055007"/>
                </a:lnTo>
                <a:lnTo>
                  <a:pt x="2379472" y="1055007"/>
                </a:lnTo>
                <a:lnTo>
                  <a:pt x="2380924" y="1055008"/>
                </a:lnTo>
                <a:lnTo>
                  <a:pt x="2382376" y="1055008"/>
                </a:lnTo>
                <a:lnTo>
                  <a:pt x="2383828" y="1055009"/>
                </a:lnTo>
                <a:lnTo>
                  <a:pt x="2385280" y="1055009"/>
                </a:lnTo>
                <a:lnTo>
                  <a:pt x="2386731" y="1055010"/>
                </a:lnTo>
                <a:lnTo>
                  <a:pt x="2388183" y="1055010"/>
                </a:lnTo>
                <a:lnTo>
                  <a:pt x="2389635" y="1055010"/>
                </a:lnTo>
                <a:lnTo>
                  <a:pt x="2391087" y="1055012"/>
                </a:lnTo>
                <a:lnTo>
                  <a:pt x="2392539" y="1055013"/>
                </a:lnTo>
                <a:lnTo>
                  <a:pt x="2393990" y="1055014"/>
                </a:lnTo>
                <a:lnTo>
                  <a:pt x="2395442" y="1055014"/>
                </a:lnTo>
                <a:lnTo>
                  <a:pt x="2396894" y="1055015"/>
                </a:lnTo>
                <a:lnTo>
                  <a:pt x="2398346" y="1055015"/>
                </a:lnTo>
                <a:lnTo>
                  <a:pt x="2399797" y="1055016"/>
                </a:lnTo>
                <a:lnTo>
                  <a:pt x="2401249" y="1055016"/>
                </a:lnTo>
                <a:lnTo>
                  <a:pt x="2402701" y="1055016"/>
                </a:lnTo>
                <a:lnTo>
                  <a:pt x="2404153" y="1055017"/>
                </a:lnTo>
                <a:lnTo>
                  <a:pt x="2405605" y="1055017"/>
                </a:lnTo>
                <a:lnTo>
                  <a:pt x="2407056" y="1055018"/>
                </a:lnTo>
                <a:lnTo>
                  <a:pt x="2408508" y="1055019"/>
                </a:lnTo>
                <a:lnTo>
                  <a:pt x="2409960" y="1055019"/>
                </a:lnTo>
                <a:lnTo>
                  <a:pt x="2411412" y="1055019"/>
                </a:lnTo>
                <a:lnTo>
                  <a:pt x="2412864" y="1055019"/>
                </a:lnTo>
                <a:lnTo>
                  <a:pt x="2414315" y="1055019"/>
                </a:lnTo>
                <a:lnTo>
                  <a:pt x="2415767" y="1055020"/>
                </a:lnTo>
                <a:lnTo>
                  <a:pt x="2417219" y="1055020"/>
                </a:lnTo>
                <a:lnTo>
                  <a:pt x="2418671" y="1055021"/>
                </a:lnTo>
                <a:lnTo>
                  <a:pt x="2420122" y="1055021"/>
                </a:lnTo>
                <a:lnTo>
                  <a:pt x="2421574" y="1055021"/>
                </a:lnTo>
                <a:lnTo>
                  <a:pt x="2423026" y="1055022"/>
                </a:lnTo>
                <a:lnTo>
                  <a:pt x="2424478" y="1055022"/>
                </a:lnTo>
                <a:lnTo>
                  <a:pt x="2425930" y="1055023"/>
                </a:lnTo>
                <a:lnTo>
                  <a:pt x="2427381" y="1055024"/>
                </a:lnTo>
                <a:lnTo>
                  <a:pt x="2428833" y="1055024"/>
                </a:lnTo>
                <a:lnTo>
                  <a:pt x="2430285" y="1055024"/>
                </a:lnTo>
                <a:lnTo>
                  <a:pt x="2431737" y="1055025"/>
                </a:lnTo>
                <a:lnTo>
                  <a:pt x="2433188" y="1055025"/>
                </a:lnTo>
                <a:lnTo>
                  <a:pt x="2434640" y="1055026"/>
                </a:lnTo>
                <a:lnTo>
                  <a:pt x="2436092" y="1055026"/>
                </a:lnTo>
                <a:lnTo>
                  <a:pt x="2437544" y="1055027"/>
                </a:lnTo>
                <a:lnTo>
                  <a:pt x="2438996" y="1055027"/>
                </a:lnTo>
                <a:lnTo>
                  <a:pt x="2440447" y="1055028"/>
                </a:lnTo>
                <a:lnTo>
                  <a:pt x="2441899" y="1055029"/>
                </a:lnTo>
                <a:lnTo>
                  <a:pt x="2443351" y="1055029"/>
                </a:lnTo>
                <a:lnTo>
                  <a:pt x="2444803" y="1055030"/>
                </a:lnTo>
                <a:lnTo>
                  <a:pt x="2446255" y="1055030"/>
                </a:lnTo>
                <a:lnTo>
                  <a:pt x="2447706" y="1055031"/>
                </a:lnTo>
                <a:lnTo>
                  <a:pt x="2449158" y="1055031"/>
                </a:lnTo>
                <a:lnTo>
                  <a:pt x="2450610" y="1055032"/>
                </a:lnTo>
                <a:lnTo>
                  <a:pt x="2452062" y="1055032"/>
                </a:lnTo>
                <a:lnTo>
                  <a:pt x="2453513" y="1055033"/>
                </a:lnTo>
                <a:lnTo>
                  <a:pt x="2454965" y="1055034"/>
                </a:lnTo>
                <a:lnTo>
                  <a:pt x="2456417" y="1055035"/>
                </a:lnTo>
                <a:lnTo>
                  <a:pt x="2457869" y="1055036"/>
                </a:lnTo>
                <a:lnTo>
                  <a:pt x="2459321" y="1055036"/>
                </a:lnTo>
                <a:lnTo>
                  <a:pt x="2460772" y="1055036"/>
                </a:lnTo>
                <a:lnTo>
                  <a:pt x="2462224" y="1055037"/>
                </a:lnTo>
                <a:lnTo>
                  <a:pt x="2463676" y="1055037"/>
                </a:lnTo>
                <a:lnTo>
                  <a:pt x="2465128" y="1055038"/>
                </a:lnTo>
                <a:lnTo>
                  <a:pt x="2466579" y="1055039"/>
                </a:lnTo>
                <a:lnTo>
                  <a:pt x="2468031" y="1055040"/>
                </a:lnTo>
                <a:lnTo>
                  <a:pt x="2469483" y="1055041"/>
                </a:lnTo>
                <a:lnTo>
                  <a:pt x="2470935" y="1055042"/>
                </a:lnTo>
                <a:lnTo>
                  <a:pt x="2472387" y="1055042"/>
                </a:lnTo>
                <a:lnTo>
                  <a:pt x="2473838" y="1055042"/>
                </a:lnTo>
                <a:lnTo>
                  <a:pt x="2475290" y="1055043"/>
                </a:lnTo>
                <a:lnTo>
                  <a:pt x="2476742" y="1055044"/>
                </a:lnTo>
                <a:lnTo>
                  <a:pt x="2478194" y="1055044"/>
                </a:lnTo>
                <a:lnTo>
                  <a:pt x="2479646" y="1055045"/>
                </a:lnTo>
                <a:lnTo>
                  <a:pt x="2481097" y="1055046"/>
                </a:lnTo>
                <a:lnTo>
                  <a:pt x="2482549" y="1055046"/>
                </a:lnTo>
                <a:lnTo>
                  <a:pt x="2484001" y="1055046"/>
                </a:lnTo>
                <a:lnTo>
                  <a:pt x="2485453" y="1055047"/>
                </a:lnTo>
                <a:lnTo>
                  <a:pt x="2486904" y="1055048"/>
                </a:lnTo>
                <a:lnTo>
                  <a:pt x="2488356" y="1055051"/>
                </a:lnTo>
                <a:lnTo>
                  <a:pt x="2489808" y="1055054"/>
                </a:lnTo>
                <a:lnTo>
                  <a:pt x="2491260" y="1055055"/>
                </a:lnTo>
                <a:lnTo>
                  <a:pt x="2492712" y="1055057"/>
                </a:lnTo>
                <a:lnTo>
                  <a:pt x="2494163" y="1055058"/>
                </a:lnTo>
                <a:lnTo>
                  <a:pt x="2495615" y="1055059"/>
                </a:lnTo>
                <a:lnTo>
                  <a:pt x="2497067" y="1055065"/>
                </a:lnTo>
                <a:lnTo>
                  <a:pt x="2498519" y="1055069"/>
                </a:lnTo>
                <a:lnTo>
                  <a:pt x="2499970" y="1055072"/>
                </a:lnTo>
                <a:lnTo>
                  <a:pt x="2501422" y="1055073"/>
                </a:lnTo>
                <a:lnTo>
                  <a:pt x="2502874" y="1055073"/>
                </a:lnTo>
                <a:lnTo>
                  <a:pt x="2504326" y="1055075"/>
                </a:lnTo>
                <a:lnTo>
                  <a:pt x="2505778" y="1055076"/>
                </a:lnTo>
                <a:lnTo>
                  <a:pt x="2507229" y="1055076"/>
                </a:lnTo>
                <a:lnTo>
                  <a:pt x="2508681" y="1055077"/>
                </a:lnTo>
                <a:lnTo>
                  <a:pt x="2510133" y="1055078"/>
                </a:lnTo>
                <a:lnTo>
                  <a:pt x="2511585" y="1055079"/>
                </a:lnTo>
                <a:lnTo>
                  <a:pt x="2513037" y="1055081"/>
                </a:lnTo>
                <a:lnTo>
                  <a:pt x="2514488" y="1055083"/>
                </a:lnTo>
                <a:lnTo>
                  <a:pt x="2515940" y="1055087"/>
                </a:lnTo>
                <a:lnTo>
                  <a:pt x="2517392" y="1055089"/>
                </a:lnTo>
                <a:lnTo>
                  <a:pt x="2518844" y="1055091"/>
                </a:lnTo>
                <a:lnTo>
                  <a:pt x="2520295" y="1055095"/>
                </a:lnTo>
                <a:lnTo>
                  <a:pt x="2521747" y="1055095"/>
                </a:lnTo>
                <a:lnTo>
                  <a:pt x="2523199" y="1055096"/>
                </a:lnTo>
                <a:lnTo>
                  <a:pt x="2524651" y="1055097"/>
                </a:lnTo>
                <a:lnTo>
                  <a:pt x="2526103" y="1055099"/>
                </a:lnTo>
                <a:lnTo>
                  <a:pt x="2527554" y="1055100"/>
                </a:lnTo>
                <a:lnTo>
                  <a:pt x="2529006" y="1055101"/>
                </a:lnTo>
                <a:lnTo>
                  <a:pt x="2530458" y="1055102"/>
                </a:lnTo>
                <a:lnTo>
                  <a:pt x="2531910" y="1055106"/>
                </a:lnTo>
                <a:lnTo>
                  <a:pt x="2533362" y="1055108"/>
                </a:lnTo>
                <a:lnTo>
                  <a:pt x="2534813" y="1055109"/>
                </a:lnTo>
                <a:lnTo>
                  <a:pt x="2536265" y="1055111"/>
                </a:lnTo>
                <a:lnTo>
                  <a:pt x="2537717" y="1055113"/>
                </a:lnTo>
                <a:lnTo>
                  <a:pt x="2539169" y="1055114"/>
                </a:lnTo>
                <a:lnTo>
                  <a:pt x="2540620" y="1055116"/>
                </a:lnTo>
                <a:lnTo>
                  <a:pt x="2542072" y="1055117"/>
                </a:lnTo>
                <a:lnTo>
                  <a:pt x="2543524" y="1055120"/>
                </a:lnTo>
                <a:lnTo>
                  <a:pt x="2544976" y="1055120"/>
                </a:lnTo>
                <a:lnTo>
                  <a:pt x="2546428" y="1055123"/>
                </a:lnTo>
                <a:lnTo>
                  <a:pt x="2547879" y="1055124"/>
                </a:lnTo>
                <a:lnTo>
                  <a:pt x="2549331" y="1055125"/>
                </a:lnTo>
                <a:lnTo>
                  <a:pt x="2550783" y="1055127"/>
                </a:lnTo>
                <a:lnTo>
                  <a:pt x="2552235" y="1055127"/>
                </a:lnTo>
                <a:lnTo>
                  <a:pt x="2553686" y="1055128"/>
                </a:lnTo>
                <a:lnTo>
                  <a:pt x="2555138" y="1055129"/>
                </a:lnTo>
                <a:lnTo>
                  <a:pt x="2556590" y="1055129"/>
                </a:lnTo>
                <a:lnTo>
                  <a:pt x="2558042" y="1055130"/>
                </a:lnTo>
                <a:lnTo>
                  <a:pt x="2559494" y="1055131"/>
                </a:lnTo>
                <a:lnTo>
                  <a:pt x="2560945" y="1055132"/>
                </a:lnTo>
                <a:lnTo>
                  <a:pt x="2562397" y="1055133"/>
                </a:lnTo>
                <a:lnTo>
                  <a:pt x="2563849" y="1055134"/>
                </a:lnTo>
                <a:lnTo>
                  <a:pt x="2565301" y="1055134"/>
                </a:lnTo>
                <a:lnTo>
                  <a:pt x="2566753" y="1055135"/>
                </a:lnTo>
                <a:lnTo>
                  <a:pt x="2568204" y="1055135"/>
                </a:lnTo>
                <a:lnTo>
                  <a:pt x="2569656" y="1055136"/>
                </a:lnTo>
                <a:lnTo>
                  <a:pt x="2571108" y="1055137"/>
                </a:lnTo>
                <a:lnTo>
                  <a:pt x="2572560" y="1055137"/>
                </a:lnTo>
                <a:lnTo>
                  <a:pt x="2574011" y="1055138"/>
                </a:lnTo>
                <a:lnTo>
                  <a:pt x="2575463" y="1055139"/>
                </a:lnTo>
                <a:lnTo>
                  <a:pt x="2576915" y="1055142"/>
                </a:lnTo>
                <a:lnTo>
                  <a:pt x="2578367" y="1055142"/>
                </a:lnTo>
                <a:lnTo>
                  <a:pt x="2579819" y="1055143"/>
                </a:lnTo>
                <a:lnTo>
                  <a:pt x="2581270" y="1055144"/>
                </a:lnTo>
                <a:lnTo>
                  <a:pt x="2582722" y="1055146"/>
                </a:lnTo>
                <a:lnTo>
                  <a:pt x="2584174" y="1055147"/>
                </a:lnTo>
                <a:lnTo>
                  <a:pt x="2585626" y="1055147"/>
                </a:lnTo>
                <a:lnTo>
                  <a:pt x="2587077" y="1055147"/>
                </a:lnTo>
                <a:lnTo>
                  <a:pt x="2588529" y="1055148"/>
                </a:lnTo>
                <a:lnTo>
                  <a:pt x="2589981" y="1055148"/>
                </a:lnTo>
                <a:lnTo>
                  <a:pt x="2591433" y="1055150"/>
                </a:lnTo>
                <a:lnTo>
                  <a:pt x="2592885" y="1055150"/>
                </a:lnTo>
                <a:lnTo>
                  <a:pt x="2594336" y="1055151"/>
                </a:lnTo>
                <a:lnTo>
                  <a:pt x="2595788" y="1055152"/>
                </a:lnTo>
                <a:lnTo>
                  <a:pt x="2597240" y="1055154"/>
                </a:lnTo>
                <a:lnTo>
                  <a:pt x="2598692" y="1055155"/>
                </a:lnTo>
                <a:lnTo>
                  <a:pt x="2600144" y="1055155"/>
                </a:lnTo>
                <a:lnTo>
                  <a:pt x="2601595" y="1055156"/>
                </a:lnTo>
                <a:lnTo>
                  <a:pt x="2603047" y="1055156"/>
                </a:lnTo>
                <a:lnTo>
                  <a:pt x="2604499" y="1055157"/>
                </a:lnTo>
                <a:lnTo>
                  <a:pt x="2605951" y="1055157"/>
                </a:lnTo>
                <a:lnTo>
                  <a:pt x="2607402" y="1055158"/>
                </a:lnTo>
                <a:lnTo>
                  <a:pt x="2608854" y="1055159"/>
                </a:lnTo>
                <a:lnTo>
                  <a:pt x="2610306" y="1055159"/>
                </a:lnTo>
                <a:lnTo>
                  <a:pt x="2611758" y="1055160"/>
                </a:lnTo>
                <a:lnTo>
                  <a:pt x="2613210" y="1055161"/>
                </a:lnTo>
                <a:lnTo>
                  <a:pt x="2614661" y="1055161"/>
                </a:lnTo>
                <a:lnTo>
                  <a:pt x="2616113" y="1055161"/>
                </a:lnTo>
                <a:lnTo>
                  <a:pt x="2617565" y="1055161"/>
                </a:lnTo>
                <a:lnTo>
                  <a:pt x="2619017" y="1055163"/>
                </a:lnTo>
                <a:lnTo>
                  <a:pt x="2620468" y="1055163"/>
                </a:lnTo>
                <a:lnTo>
                  <a:pt x="2621920" y="1055164"/>
                </a:lnTo>
                <a:lnTo>
                  <a:pt x="2623372" y="1055164"/>
                </a:lnTo>
                <a:lnTo>
                  <a:pt x="2624824" y="1055165"/>
                </a:lnTo>
                <a:lnTo>
                  <a:pt x="2626276" y="1055165"/>
                </a:lnTo>
                <a:lnTo>
                  <a:pt x="2627727" y="1055166"/>
                </a:lnTo>
                <a:lnTo>
                  <a:pt x="2629179" y="1055167"/>
                </a:lnTo>
                <a:lnTo>
                  <a:pt x="2630631" y="1055168"/>
                </a:lnTo>
                <a:lnTo>
                  <a:pt x="2632083" y="1055168"/>
                </a:lnTo>
                <a:lnTo>
                  <a:pt x="2633535" y="1055168"/>
                </a:lnTo>
                <a:lnTo>
                  <a:pt x="2634986" y="1055168"/>
                </a:lnTo>
                <a:lnTo>
                  <a:pt x="2636438" y="1055169"/>
                </a:lnTo>
                <a:lnTo>
                  <a:pt x="2637890" y="1055169"/>
                </a:lnTo>
                <a:lnTo>
                  <a:pt x="2639342" y="1055169"/>
                </a:lnTo>
                <a:lnTo>
                  <a:pt x="2640793" y="1055170"/>
                </a:lnTo>
                <a:lnTo>
                  <a:pt x="2642245" y="1055170"/>
                </a:lnTo>
                <a:lnTo>
                  <a:pt x="2643697" y="1055171"/>
                </a:lnTo>
                <a:lnTo>
                  <a:pt x="2645149" y="1055171"/>
                </a:lnTo>
                <a:lnTo>
                  <a:pt x="2646601" y="1055172"/>
                </a:lnTo>
                <a:lnTo>
                  <a:pt x="2648052" y="1055172"/>
                </a:lnTo>
                <a:lnTo>
                  <a:pt x="2649504" y="1055173"/>
                </a:lnTo>
                <a:lnTo>
                  <a:pt x="2650956" y="1055173"/>
                </a:lnTo>
                <a:lnTo>
                  <a:pt x="2652408" y="1055174"/>
                </a:lnTo>
                <a:lnTo>
                  <a:pt x="2653860" y="1055174"/>
                </a:lnTo>
                <a:lnTo>
                  <a:pt x="2655311" y="1055175"/>
                </a:lnTo>
                <a:lnTo>
                  <a:pt x="2656763" y="1055175"/>
                </a:lnTo>
                <a:lnTo>
                  <a:pt x="2658215" y="1055176"/>
                </a:lnTo>
                <a:lnTo>
                  <a:pt x="2659667" y="1055176"/>
                </a:lnTo>
                <a:lnTo>
                  <a:pt x="2661118" y="1055177"/>
                </a:lnTo>
                <a:lnTo>
                  <a:pt x="2662570" y="1055177"/>
                </a:lnTo>
                <a:lnTo>
                  <a:pt x="2664022" y="1055177"/>
                </a:lnTo>
                <a:lnTo>
                  <a:pt x="2665474" y="1055178"/>
                </a:lnTo>
                <a:lnTo>
                  <a:pt x="2666926" y="1055178"/>
                </a:lnTo>
                <a:lnTo>
                  <a:pt x="2668377" y="1055179"/>
                </a:lnTo>
                <a:lnTo>
                  <a:pt x="2669829" y="1055180"/>
                </a:lnTo>
                <a:lnTo>
                  <a:pt x="2671281" y="1055180"/>
                </a:lnTo>
                <a:lnTo>
                  <a:pt x="2672733" y="1055180"/>
                </a:lnTo>
                <a:lnTo>
                  <a:pt x="2674184" y="1055181"/>
                </a:lnTo>
                <a:lnTo>
                  <a:pt x="2675636" y="1055181"/>
                </a:lnTo>
                <a:lnTo>
                  <a:pt x="2677088" y="1055182"/>
                </a:lnTo>
                <a:lnTo>
                  <a:pt x="2678540" y="1055182"/>
                </a:lnTo>
                <a:lnTo>
                  <a:pt x="2679992" y="1055183"/>
                </a:lnTo>
                <a:lnTo>
                  <a:pt x="2681443" y="1055183"/>
                </a:lnTo>
                <a:lnTo>
                  <a:pt x="2682895" y="1055184"/>
                </a:lnTo>
                <a:lnTo>
                  <a:pt x="2684347" y="1055184"/>
                </a:lnTo>
                <a:lnTo>
                  <a:pt x="2685799" y="1055184"/>
                </a:lnTo>
                <a:lnTo>
                  <a:pt x="2687251" y="1055185"/>
                </a:lnTo>
                <a:lnTo>
                  <a:pt x="2688702" y="1055185"/>
                </a:lnTo>
                <a:lnTo>
                  <a:pt x="2690154" y="1055185"/>
                </a:lnTo>
                <a:lnTo>
                  <a:pt x="2691606" y="1055186"/>
                </a:lnTo>
                <a:lnTo>
                  <a:pt x="2693058" y="1055186"/>
                </a:lnTo>
                <a:lnTo>
                  <a:pt x="2694509" y="1055187"/>
                </a:lnTo>
                <a:lnTo>
                  <a:pt x="2695961" y="1055188"/>
                </a:lnTo>
                <a:lnTo>
                  <a:pt x="2697413" y="1055188"/>
                </a:lnTo>
                <a:lnTo>
                  <a:pt x="2698865" y="1055188"/>
                </a:lnTo>
                <a:lnTo>
                  <a:pt x="2700317" y="1055189"/>
                </a:lnTo>
                <a:lnTo>
                  <a:pt x="2701768" y="1055190"/>
                </a:lnTo>
                <a:lnTo>
                  <a:pt x="2703220" y="1055190"/>
                </a:lnTo>
                <a:lnTo>
                  <a:pt x="2704672" y="1055190"/>
                </a:lnTo>
                <a:lnTo>
                  <a:pt x="2706124" y="1055190"/>
                </a:lnTo>
                <a:lnTo>
                  <a:pt x="2707575" y="1055190"/>
                </a:lnTo>
                <a:lnTo>
                  <a:pt x="2709027" y="1055191"/>
                </a:lnTo>
                <a:lnTo>
                  <a:pt x="2710479" y="1055191"/>
                </a:lnTo>
                <a:lnTo>
                  <a:pt x="2711931" y="1055191"/>
                </a:lnTo>
                <a:lnTo>
                  <a:pt x="2713383" y="1055191"/>
                </a:lnTo>
                <a:lnTo>
                  <a:pt x="2714834" y="1055192"/>
                </a:lnTo>
                <a:lnTo>
                  <a:pt x="2716286" y="1055192"/>
                </a:lnTo>
                <a:lnTo>
                  <a:pt x="2717738" y="1055192"/>
                </a:lnTo>
                <a:lnTo>
                  <a:pt x="2719190" y="1055192"/>
                </a:lnTo>
                <a:lnTo>
                  <a:pt x="2720642" y="1055193"/>
                </a:lnTo>
                <a:lnTo>
                  <a:pt x="2722093" y="1055193"/>
                </a:lnTo>
                <a:lnTo>
                  <a:pt x="2723545" y="1055194"/>
                </a:lnTo>
                <a:lnTo>
                  <a:pt x="2724997" y="1055194"/>
                </a:lnTo>
                <a:lnTo>
                  <a:pt x="2726449" y="1055195"/>
                </a:lnTo>
                <a:lnTo>
                  <a:pt x="2727900" y="1055195"/>
                </a:lnTo>
                <a:lnTo>
                  <a:pt x="2729352" y="1055195"/>
                </a:lnTo>
                <a:lnTo>
                  <a:pt x="2730804" y="1055196"/>
                </a:lnTo>
                <a:lnTo>
                  <a:pt x="2732256" y="1055197"/>
                </a:lnTo>
                <a:lnTo>
                  <a:pt x="2733708" y="1055197"/>
                </a:lnTo>
                <a:lnTo>
                  <a:pt x="2735159" y="1055198"/>
                </a:lnTo>
                <a:lnTo>
                  <a:pt x="2736611" y="1055198"/>
                </a:lnTo>
                <a:lnTo>
                  <a:pt x="2738063" y="1055199"/>
                </a:lnTo>
                <a:lnTo>
                  <a:pt x="2739515" y="1055199"/>
                </a:lnTo>
                <a:lnTo>
                  <a:pt x="2740966" y="1055181"/>
                </a:lnTo>
                <a:lnTo>
                  <a:pt x="2742418" y="1055150"/>
                </a:lnTo>
                <a:lnTo>
                  <a:pt x="2743870" y="1055114"/>
                </a:lnTo>
                <a:lnTo>
                  <a:pt x="2745322" y="1055057"/>
                </a:lnTo>
                <a:lnTo>
                  <a:pt x="2746774" y="1054925"/>
                </a:lnTo>
                <a:lnTo>
                  <a:pt x="2748225" y="1054860"/>
                </a:lnTo>
                <a:lnTo>
                  <a:pt x="2749677" y="1054513"/>
                </a:lnTo>
                <a:lnTo>
                  <a:pt x="2751129" y="1054276"/>
                </a:lnTo>
                <a:lnTo>
                  <a:pt x="2752581" y="1054100"/>
                </a:lnTo>
                <a:lnTo>
                  <a:pt x="2754033" y="1053732"/>
                </a:lnTo>
                <a:lnTo>
                  <a:pt x="2755484" y="1053128"/>
                </a:lnTo>
                <a:lnTo>
                  <a:pt x="2756936" y="1052588"/>
                </a:lnTo>
                <a:lnTo>
                  <a:pt x="2758388" y="1051276"/>
                </a:lnTo>
                <a:lnTo>
                  <a:pt x="2759840" y="1050517"/>
                </a:lnTo>
                <a:lnTo>
                  <a:pt x="2761291" y="1049772"/>
                </a:lnTo>
                <a:lnTo>
                  <a:pt x="2762743" y="1047905"/>
                </a:lnTo>
                <a:lnTo>
                  <a:pt x="2764195" y="1045847"/>
                </a:lnTo>
                <a:lnTo>
                  <a:pt x="2765647" y="1042926"/>
                </a:lnTo>
                <a:lnTo>
                  <a:pt x="2767099" y="1041240"/>
                </a:lnTo>
                <a:lnTo>
                  <a:pt x="2768550" y="1038350"/>
                </a:lnTo>
                <a:lnTo>
                  <a:pt x="2770002" y="1035951"/>
                </a:lnTo>
                <a:lnTo>
                  <a:pt x="2771454" y="1035151"/>
                </a:lnTo>
                <a:lnTo>
                  <a:pt x="2772906" y="1037432"/>
                </a:lnTo>
                <a:lnTo>
                  <a:pt x="2774357" y="1040649"/>
                </a:lnTo>
                <a:lnTo>
                  <a:pt x="2775809" y="1041958"/>
                </a:lnTo>
                <a:lnTo>
                  <a:pt x="2777261" y="1044841"/>
                </a:lnTo>
                <a:lnTo>
                  <a:pt x="2778713" y="1046387"/>
                </a:lnTo>
                <a:lnTo>
                  <a:pt x="2780165" y="1048274"/>
                </a:lnTo>
                <a:lnTo>
                  <a:pt x="2781616" y="1050146"/>
                </a:lnTo>
                <a:lnTo>
                  <a:pt x="2783068" y="1051047"/>
                </a:lnTo>
                <a:lnTo>
                  <a:pt x="2784520" y="1052569"/>
                </a:lnTo>
                <a:lnTo>
                  <a:pt x="2785972" y="1052786"/>
                </a:lnTo>
                <a:lnTo>
                  <a:pt x="2787424" y="1053309"/>
                </a:lnTo>
                <a:lnTo>
                  <a:pt x="2788875" y="1053934"/>
                </a:lnTo>
                <a:lnTo>
                  <a:pt x="2790327" y="1054169"/>
                </a:lnTo>
                <a:lnTo>
                  <a:pt x="2791779" y="1054453"/>
                </a:lnTo>
                <a:lnTo>
                  <a:pt x="2793231" y="1054719"/>
                </a:lnTo>
                <a:lnTo>
                  <a:pt x="2794682" y="1054887"/>
                </a:lnTo>
                <a:lnTo>
                  <a:pt x="2796134" y="1054962"/>
                </a:lnTo>
                <a:lnTo>
                  <a:pt x="2797586" y="1055098"/>
                </a:lnTo>
                <a:lnTo>
                  <a:pt x="2799038" y="1055132"/>
                </a:lnTo>
                <a:lnTo>
                  <a:pt x="2800490" y="1055170"/>
                </a:lnTo>
                <a:lnTo>
                  <a:pt x="2801941" y="1055185"/>
                </a:lnTo>
                <a:lnTo>
                  <a:pt x="2803393" y="1055196"/>
                </a:lnTo>
                <a:lnTo>
                  <a:pt x="2804845" y="1055199"/>
                </a:lnTo>
                <a:lnTo>
                  <a:pt x="2806297" y="1055200"/>
                </a:lnTo>
                <a:lnTo>
                  <a:pt x="2807749" y="1055200"/>
                </a:lnTo>
                <a:lnTo>
                  <a:pt x="2809200" y="1055201"/>
                </a:lnTo>
                <a:lnTo>
                  <a:pt x="2810652" y="1055202"/>
                </a:lnTo>
                <a:lnTo>
                  <a:pt x="2812104" y="1055202"/>
                </a:lnTo>
                <a:lnTo>
                  <a:pt x="2813556" y="1055204"/>
                </a:lnTo>
                <a:lnTo>
                  <a:pt x="2815007" y="1055206"/>
                </a:lnTo>
                <a:lnTo>
                  <a:pt x="2816459" y="1055207"/>
                </a:lnTo>
                <a:lnTo>
                  <a:pt x="2817911" y="1055209"/>
                </a:lnTo>
                <a:lnTo>
                  <a:pt x="2819363" y="1055209"/>
                </a:lnTo>
                <a:lnTo>
                  <a:pt x="2820815" y="1055210"/>
                </a:lnTo>
                <a:lnTo>
                  <a:pt x="2822266" y="1055211"/>
                </a:lnTo>
                <a:lnTo>
                  <a:pt x="2823718" y="1055213"/>
                </a:lnTo>
                <a:lnTo>
                  <a:pt x="2825170" y="1055215"/>
                </a:lnTo>
                <a:lnTo>
                  <a:pt x="2826622" y="1055217"/>
                </a:lnTo>
                <a:lnTo>
                  <a:pt x="2828073" y="1055217"/>
                </a:lnTo>
                <a:lnTo>
                  <a:pt x="2829525" y="1055218"/>
                </a:lnTo>
                <a:lnTo>
                  <a:pt x="2830977" y="1055220"/>
                </a:lnTo>
                <a:lnTo>
                  <a:pt x="2832429" y="1055221"/>
                </a:lnTo>
                <a:lnTo>
                  <a:pt x="2833881" y="1055222"/>
                </a:lnTo>
                <a:lnTo>
                  <a:pt x="2835332" y="1055224"/>
                </a:lnTo>
                <a:lnTo>
                  <a:pt x="2836784" y="1055225"/>
                </a:lnTo>
                <a:lnTo>
                  <a:pt x="2838236" y="1055225"/>
                </a:lnTo>
                <a:lnTo>
                  <a:pt x="2839688" y="1055226"/>
                </a:lnTo>
                <a:lnTo>
                  <a:pt x="2841140" y="1055227"/>
                </a:lnTo>
                <a:lnTo>
                  <a:pt x="2842591" y="1055228"/>
                </a:lnTo>
                <a:lnTo>
                  <a:pt x="2844043" y="1055230"/>
                </a:lnTo>
                <a:lnTo>
                  <a:pt x="2845495" y="1055231"/>
                </a:lnTo>
                <a:lnTo>
                  <a:pt x="2846947" y="1055231"/>
                </a:lnTo>
                <a:lnTo>
                  <a:pt x="2848398" y="1055232"/>
                </a:lnTo>
                <a:lnTo>
                  <a:pt x="2849850" y="1055232"/>
                </a:lnTo>
                <a:lnTo>
                  <a:pt x="2851302" y="1055235"/>
                </a:lnTo>
                <a:lnTo>
                  <a:pt x="2852754" y="1055236"/>
                </a:lnTo>
                <a:lnTo>
                  <a:pt x="2854206" y="1055237"/>
                </a:lnTo>
                <a:lnTo>
                  <a:pt x="2855657" y="1055237"/>
                </a:lnTo>
                <a:lnTo>
                  <a:pt x="2857109" y="1055238"/>
                </a:lnTo>
                <a:lnTo>
                  <a:pt x="2858561" y="1055238"/>
                </a:lnTo>
                <a:lnTo>
                  <a:pt x="2860013" y="1055240"/>
                </a:lnTo>
                <a:lnTo>
                  <a:pt x="2861464" y="1055241"/>
                </a:lnTo>
                <a:lnTo>
                  <a:pt x="2862916" y="1055242"/>
                </a:lnTo>
                <a:lnTo>
                  <a:pt x="2864368" y="1055242"/>
                </a:lnTo>
                <a:lnTo>
                  <a:pt x="2865820" y="1055243"/>
                </a:lnTo>
                <a:lnTo>
                  <a:pt x="2867272" y="1055244"/>
                </a:lnTo>
                <a:lnTo>
                  <a:pt x="2868723" y="1055245"/>
                </a:lnTo>
                <a:lnTo>
                  <a:pt x="2870175" y="1055246"/>
                </a:lnTo>
                <a:lnTo>
                  <a:pt x="2871627" y="1055247"/>
                </a:lnTo>
                <a:lnTo>
                  <a:pt x="2873079" y="1055247"/>
                </a:lnTo>
                <a:lnTo>
                  <a:pt x="2874531" y="1055247"/>
                </a:lnTo>
                <a:lnTo>
                  <a:pt x="2875982" y="1055248"/>
                </a:lnTo>
                <a:lnTo>
                  <a:pt x="2877434" y="1055249"/>
                </a:lnTo>
                <a:lnTo>
                  <a:pt x="2878886" y="1055250"/>
                </a:lnTo>
                <a:lnTo>
                  <a:pt x="2880338" y="1055250"/>
                </a:lnTo>
                <a:lnTo>
                  <a:pt x="2881789" y="1055251"/>
                </a:lnTo>
                <a:lnTo>
                  <a:pt x="2883241" y="1055251"/>
                </a:lnTo>
                <a:lnTo>
                  <a:pt x="2884693" y="1055251"/>
                </a:lnTo>
                <a:lnTo>
                  <a:pt x="2886145" y="1055252"/>
                </a:lnTo>
                <a:lnTo>
                  <a:pt x="2887597" y="1055253"/>
                </a:lnTo>
                <a:lnTo>
                  <a:pt x="2889048" y="1055253"/>
                </a:lnTo>
                <a:lnTo>
                  <a:pt x="2890500" y="1055254"/>
                </a:lnTo>
                <a:lnTo>
                  <a:pt x="2891952" y="1055254"/>
                </a:lnTo>
                <a:lnTo>
                  <a:pt x="2893404" y="1055254"/>
                </a:lnTo>
                <a:lnTo>
                  <a:pt x="2894855" y="1055255"/>
                </a:lnTo>
                <a:lnTo>
                  <a:pt x="2896307" y="1055256"/>
                </a:lnTo>
                <a:lnTo>
                  <a:pt x="2897759" y="1055256"/>
                </a:lnTo>
                <a:lnTo>
                  <a:pt x="2899211" y="1055256"/>
                </a:lnTo>
                <a:lnTo>
                  <a:pt x="2900663" y="1055257"/>
                </a:lnTo>
                <a:lnTo>
                  <a:pt x="2902114" y="1055257"/>
                </a:lnTo>
                <a:lnTo>
                  <a:pt x="2903566" y="1055257"/>
                </a:lnTo>
                <a:lnTo>
                  <a:pt x="2905018" y="1055258"/>
                </a:lnTo>
                <a:lnTo>
                  <a:pt x="2906470" y="1055258"/>
                </a:lnTo>
                <a:lnTo>
                  <a:pt x="2907922" y="1055259"/>
                </a:lnTo>
                <a:lnTo>
                  <a:pt x="2909373" y="1055259"/>
                </a:lnTo>
                <a:lnTo>
                  <a:pt x="2910825" y="1055259"/>
                </a:lnTo>
                <a:lnTo>
                  <a:pt x="2912277" y="1055260"/>
                </a:lnTo>
                <a:lnTo>
                  <a:pt x="2913729" y="1055260"/>
                </a:lnTo>
                <a:lnTo>
                  <a:pt x="2915180" y="1055260"/>
                </a:lnTo>
                <a:lnTo>
                  <a:pt x="2916632" y="1055260"/>
                </a:lnTo>
                <a:lnTo>
                  <a:pt x="2918084" y="1055261"/>
                </a:lnTo>
                <a:lnTo>
                  <a:pt x="2919536" y="1055261"/>
                </a:lnTo>
                <a:lnTo>
                  <a:pt x="2920988" y="1055261"/>
                </a:lnTo>
                <a:lnTo>
                  <a:pt x="2922439" y="1055262"/>
                </a:lnTo>
                <a:lnTo>
                  <a:pt x="2923891" y="1055262"/>
                </a:lnTo>
                <a:lnTo>
                  <a:pt x="2925343" y="1055262"/>
                </a:lnTo>
                <a:lnTo>
                  <a:pt x="2926795" y="1055262"/>
                </a:lnTo>
                <a:lnTo>
                  <a:pt x="2928247" y="1055262"/>
                </a:lnTo>
                <a:lnTo>
                  <a:pt x="2929698" y="1055263"/>
                </a:lnTo>
                <a:lnTo>
                  <a:pt x="2931150" y="1055263"/>
                </a:lnTo>
                <a:lnTo>
                  <a:pt x="2932602" y="1055263"/>
                </a:lnTo>
                <a:lnTo>
                  <a:pt x="2934054" y="1055263"/>
                </a:lnTo>
                <a:lnTo>
                  <a:pt x="2935505" y="1055264"/>
                </a:lnTo>
                <a:lnTo>
                  <a:pt x="2936957" y="1055264"/>
                </a:lnTo>
                <a:lnTo>
                  <a:pt x="2938409" y="1055264"/>
                </a:lnTo>
                <a:lnTo>
                  <a:pt x="2939861" y="1055264"/>
                </a:lnTo>
                <a:lnTo>
                  <a:pt x="2941313" y="1055264"/>
                </a:lnTo>
                <a:lnTo>
                  <a:pt x="2942764" y="1055265"/>
                </a:lnTo>
                <a:lnTo>
                  <a:pt x="2944216" y="1055265"/>
                </a:lnTo>
                <a:lnTo>
                  <a:pt x="2945668" y="1055265"/>
                </a:lnTo>
                <a:lnTo>
                  <a:pt x="2947120" y="1055265"/>
                </a:lnTo>
                <a:lnTo>
                  <a:pt x="2948571" y="1055265"/>
                </a:lnTo>
                <a:lnTo>
                  <a:pt x="2950023" y="1055266"/>
                </a:lnTo>
                <a:lnTo>
                  <a:pt x="2951475" y="1055266"/>
                </a:lnTo>
                <a:lnTo>
                  <a:pt x="2952927" y="1055266"/>
                </a:lnTo>
                <a:lnTo>
                  <a:pt x="2954379" y="1055266"/>
                </a:lnTo>
                <a:lnTo>
                  <a:pt x="2955830" y="1055267"/>
                </a:lnTo>
                <a:lnTo>
                  <a:pt x="2957282" y="1055267"/>
                </a:lnTo>
                <a:lnTo>
                  <a:pt x="2958734" y="1055267"/>
                </a:lnTo>
                <a:lnTo>
                  <a:pt x="2960186" y="1055268"/>
                </a:lnTo>
                <a:lnTo>
                  <a:pt x="2961638" y="1055268"/>
                </a:lnTo>
                <a:lnTo>
                  <a:pt x="2963089" y="1055268"/>
                </a:lnTo>
                <a:lnTo>
                  <a:pt x="2964541" y="1055269"/>
                </a:lnTo>
                <a:lnTo>
                  <a:pt x="2965993" y="1055269"/>
                </a:lnTo>
                <a:lnTo>
                  <a:pt x="2967445" y="1055270"/>
                </a:lnTo>
                <a:lnTo>
                  <a:pt x="2968896" y="1055270"/>
                </a:lnTo>
                <a:lnTo>
                  <a:pt x="2970348" y="1055270"/>
                </a:lnTo>
                <a:lnTo>
                  <a:pt x="2971800" y="1055271"/>
                </a:lnTo>
              </a:path>
            </a:pathLst>
          </a:custGeom>
          <a:noFill/>
          <a:ln w="15240">
            <a:solidFill>
              <a:srgbClr val="0072B2"/>
            </a:solidFill>
            <a:prstDash val="dash"/>
          </a:ln>
        </p:spPr>
      </p:sp>
      <p:sp>
        <p:nvSpPr>
          <p:cNvPr id="187" name="ellipse_186">
            <a:extLst>
              <a:ext uri="{FF2B5EF4-FFF2-40B4-BE49-F238E27FC236}">
                <ns2:creationId id="{3F3554DD-630A-4A41-95EB-340B583D919C}"/>
              </a:ext>
            </a:extLst>
          </p:cNvPr>
          <p:cNvSpPr>
            <a:spLocks noGrp="1"/>
          </p:cNvSpPr>
          <p:nvPr/>
        </p:nvSpPr>
        <p:spPr>
          <a:xfrm rot="0">
            <a:off x="9447007" y="3818093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88" name="text_187">
            <a:extLst>
              <a:ext uri="{FF2B5EF4-FFF2-40B4-BE49-F238E27FC236}">
                <ns2:creationId id="{A9D5E1D9-4974-473B-A143-F8AC2AD27DDC}"/>
              </a:ext>
            </a:extLst>
          </p:cNvPr>
          <p:cNvSpPr>
            <a:spLocks noGrp="1"/>
          </p:cNvSpPr>
          <p:nvPr/>
        </p:nvSpPr>
        <p:spPr>
          <a:xfrm rot="0">
            <a:off x="9527970" y="3641881"/>
            <a:ext cx="2190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9" name="ellipse_188">
            <a:extLst>
              <a:ext uri="{FF2B5EF4-FFF2-40B4-BE49-F238E27FC236}">
                <ns2:creationId id="{5C1AD8EC-26D7-45A3-BF97-0F9926290B7D}"/>
              </a:ext>
            </a:extLst>
          </p:cNvPr>
          <p:cNvSpPr>
            <a:spLocks noGrp="1"/>
          </p:cNvSpPr>
          <p:nvPr/>
        </p:nvSpPr>
        <p:spPr>
          <a:xfrm rot="0">
            <a:off x="10468532" y="4375148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90" name="text_189">
            <a:extLst>
              <a:ext uri="{FF2B5EF4-FFF2-40B4-BE49-F238E27FC236}">
                <ns2:creationId id="{B377E3F1-493C-4C6F-AB69-4C6DAC6FDB7C}"/>
              </a:ext>
            </a:extLst>
          </p:cNvPr>
          <p:cNvSpPr>
            <a:spLocks noGrp="1"/>
          </p:cNvSpPr>
          <p:nvPr/>
        </p:nvSpPr>
        <p:spPr>
          <a:xfrm rot="0">
            <a:off x="10549494" y="4198935"/>
            <a:ext cx="2190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1" name="ellipse_190">
            <a:extLst>
              <a:ext uri="{FF2B5EF4-FFF2-40B4-BE49-F238E27FC236}">
                <ns2:creationId id="{5D71BD4C-8C28-4C7F-B8D4-345EDFF4842B}"/>
              </a:ext>
            </a:extLst>
          </p:cNvPr>
          <p:cNvSpPr>
            <a:spLocks noGrp="1"/>
          </p:cNvSpPr>
          <p:nvPr/>
        </p:nvSpPr>
        <p:spPr>
          <a:xfrm rot="0">
            <a:off x="10504404" y="4569142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92" name="text_191">
            <a:extLst>
              <a:ext uri="{FF2B5EF4-FFF2-40B4-BE49-F238E27FC236}">
                <ns2:creationId id="{6F973F7C-EB24-4A97-918A-CD6BB98FD21E}"/>
              </a:ext>
            </a:extLst>
          </p:cNvPr>
          <p:cNvSpPr>
            <a:spLocks noGrp="1"/>
          </p:cNvSpPr>
          <p:nvPr/>
        </p:nvSpPr>
        <p:spPr>
          <a:xfrm rot="0">
            <a:off x="10585366" y="4392929"/>
            <a:ext cx="2190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3" name="complete_saved_R_profile">
            <a:extLst>
              <a:ext uri="{FF2B5EF4-FFF2-40B4-BE49-F238E27FC236}">
                <ns2:creationId id="{5206719B-78C1-44E3-AAC5-B3A89BBFDFF0}"/>
              </a:ext>
            </a:extLst>
          </p:cNvPr>
          <p:cNvSpPr>
            <a:spLocks noGrp="1"/>
          </p:cNvSpPr>
          <p:nvPr/>
        </p:nvSpPr>
        <p:spPr>
          <a:xfrm>
            <a:off x="8905875" y="3612720"/>
            <a:ext cx="2971800" cy="1270542"/>
          </a:xfrm>
          <a:custGeom>
            <a:pathLst>
              <a:path w="2971800" h="1270542">
                <a:moveTo>
                  <a:pt x="0" y="1055271"/>
                </a:moveTo>
                <a:lnTo>
                  <a:pt x="1452" y="1055270"/>
                </a:lnTo>
                <a:lnTo>
                  <a:pt x="2904" y="1055270"/>
                </a:lnTo>
                <a:lnTo>
                  <a:pt x="4355" y="1055269"/>
                </a:lnTo>
                <a:lnTo>
                  <a:pt x="5807" y="1055269"/>
                </a:lnTo>
                <a:lnTo>
                  <a:pt x="7259" y="1055268"/>
                </a:lnTo>
                <a:lnTo>
                  <a:pt x="8711" y="1055268"/>
                </a:lnTo>
                <a:lnTo>
                  <a:pt x="10162" y="1055267"/>
                </a:lnTo>
                <a:lnTo>
                  <a:pt x="11614" y="1055267"/>
                </a:lnTo>
                <a:lnTo>
                  <a:pt x="13066" y="1055266"/>
                </a:lnTo>
                <a:lnTo>
                  <a:pt x="14518" y="1055266"/>
                </a:lnTo>
                <a:lnTo>
                  <a:pt x="15970" y="1055266"/>
                </a:lnTo>
                <a:lnTo>
                  <a:pt x="17421" y="1055266"/>
                </a:lnTo>
                <a:lnTo>
                  <a:pt x="18873" y="1055265"/>
                </a:lnTo>
                <a:lnTo>
                  <a:pt x="20325" y="1055265"/>
                </a:lnTo>
                <a:lnTo>
                  <a:pt x="21777" y="1055265"/>
                </a:lnTo>
                <a:lnTo>
                  <a:pt x="23229" y="1055264"/>
                </a:lnTo>
                <a:lnTo>
                  <a:pt x="24680" y="1055264"/>
                </a:lnTo>
                <a:lnTo>
                  <a:pt x="26132" y="1055264"/>
                </a:lnTo>
                <a:lnTo>
                  <a:pt x="27584" y="1055264"/>
                </a:lnTo>
                <a:lnTo>
                  <a:pt x="29036" y="1055263"/>
                </a:lnTo>
                <a:lnTo>
                  <a:pt x="30487" y="1055263"/>
                </a:lnTo>
                <a:lnTo>
                  <a:pt x="31939" y="1055263"/>
                </a:lnTo>
                <a:lnTo>
                  <a:pt x="33391" y="1055262"/>
                </a:lnTo>
                <a:lnTo>
                  <a:pt x="34843" y="1055262"/>
                </a:lnTo>
                <a:lnTo>
                  <a:pt x="36295" y="1055262"/>
                </a:lnTo>
                <a:lnTo>
                  <a:pt x="37746" y="1055261"/>
                </a:lnTo>
                <a:lnTo>
                  <a:pt x="39198" y="1055261"/>
                </a:lnTo>
                <a:lnTo>
                  <a:pt x="40650" y="1055261"/>
                </a:lnTo>
                <a:lnTo>
                  <a:pt x="42102" y="1055260"/>
                </a:lnTo>
                <a:lnTo>
                  <a:pt x="43553" y="1055260"/>
                </a:lnTo>
                <a:lnTo>
                  <a:pt x="45005" y="1055260"/>
                </a:lnTo>
                <a:lnTo>
                  <a:pt x="46457" y="1055259"/>
                </a:lnTo>
                <a:lnTo>
                  <a:pt x="47909" y="1055259"/>
                </a:lnTo>
                <a:lnTo>
                  <a:pt x="49361" y="1055258"/>
                </a:lnTo>
                <a:lnTo>
                  <a:pt x="50812" y="1055258"/>
                </a:lnTo>
                <a:lnTo>
                  <a:pt x="52264" y="1055257"/>
                </a:lnTo>
                <a:lnTo>
                  <a:pt x="53716" y="1055257"/>
                </a:lnTo>
                <a:lnTo>
                  <a:pt x="55168" y="1055256"/>
                </a:lnTo>
                <a:lnTo>
                  <a:pt x="56620" y="1055256"/>
                </a:lnTo>
                <a:lnTo>
                  <a:pt x="58071" y="1055255"/>
                </a:lnTo>
                <a:lnTo>
                  <a:pt x="59523" y="1055254"/>
                </a:lnTo>
                <a:lnTo>
                  <a:pt x="60975" y="1055254"/>
                </a:lnTo>
                <a:lnTo>
                  <a:pt x="62427" y="1055253"/>
                </a:lnTo>
                <a:lnTo>
                  <a:pt x="63878" y="1055252"/>
                </a:lnTo>
                <a:lnTo>
                  <a:pt x="65330" y="1055252"/>
                </a:lnTo>
                <a:lnTo>
                  <a:pt x="66782" y="1055251"/>
                </a:lnTo>
                <a:lnTo>
                  <a:pt x="68234" y="1055251"/>
                </a:lnTo>
                <a:lnTo>
                  <a:pt x="69686" y="1055250"/>
                </a:lnTo>
                <a:lnTo>
                  <a:pt x="71137" y="1055249"/>
                </a:lnTo>
                <a:lnTo>
                  <a:pt x="72589" y="1055248"/>
                </a:lnTo>
                <a:lnTo>
                  <a:pt x="74041" y="1055247"/>
                </a:lnTo>
                <a:lnTo>
                  <a:pt x="75493" y="1055247"/>
                </a:lnTo>
                <a:lnTo>
                  <a:pt x="76945" y="1055246"/>
                </a:lnTo>
                <a:lnTo>
                  <a:pt x="78396" y="1055245"/>
                </a:lnTo>
                <a:lnTo>
                  <a:pt x="79848" y="1055243"/>
                </a:lnTo>
                <a:lnTo>
                  <a:pt x="81300" y="1055242"/>
                </a:lnTo>
                <a:lnTo>
                  <a:pt x="82752" y="1055242"/>
                </a:lnTo>
                <a:lnTo>
                  <a:pt x="84203" y="1055241"/>
                </a:lnTo>
                <a:lnTo>
                  <a:pt x="85655" y="1055238"/>
                </a:lnTo>
                <a:lnTo>
                  <a:pt x="87107" y="1055238"/>
                </a:lnTo>
                <a:lnTo>
                  <a:pt x="88559" y="1055237"/>
                </a:lnTo>
                <a:lnTo>
                  <a:pt x="90011" y="1055236"/>
                </a:lnTo>
                <a:lnTo>
                  <a:pt x="91462" y="1055234"/>
                </a:lnTo>
                <a:lnTo>
                  <a:pt x="92914" y="1055232"/>
                </a:lnTo>
                <a:lnTo>
                  <a:pt x="94366" y="1055231"/>
                </a:lnTo>
                <a:lnTo>
                  <a:pt x="95818" y="1055231"/>
                </a:lnTo>
                <a:lnTo>
                  <a:pt x="97269" y="1055229"/>
                </a:lnTo>
                <a:lnTo>
                  <a:pt x="98721" y="1055227"/>
                </a:lnTo>
                <a:lnTo>
                  <a:pt x="100173" y="1055226"/>
                </a:lnTo>
                <a:lnTo>
                  <a:pt x="101625" y="1055225"/>
                </a:lnTo>
                <a:lnTo>
                  <a:pt x="103077" y="1055224"/>
                </a:lnTo>
                <a:lnTo>
                  <a:pt x="104528" y="1055221"/>
                </a:lnTo>
                <a:lnTo>
                  <a:pt x="105980" y="1055220"/>
                </a:lnTo>
                <a:lnTo>
                  <a:pt x="107432" y="1055219"/>
                </a:lnTo>
                <a:lnTo>
                  <a:pt x="108884" y="1055217"/>
                </a:lnTo>
                <a:lnTo>
                  <a:pt x="110336" y="1055215"/>
                </a:lnTo>
                <a:lnTo>
                  <a:pt x="111787" y="1055214"/>
                </a:lnTo>
                <a:lnTo>
                  <a:pt x="113239" y="1055211"/>
                </a:lnTo>
                <a:lnTo>
                  <a:pt x="114691" y="1055210"/>
                </a:lnTo>
                <a:lnTo>
                  <a:pt x="116143" y="1055209"/>
                </a:lnTo>
                <a:lnTo>
                  <a:pt x="117594" y="1055207"/>
                </a:lnTo>
                <a:lnTo>
                  <a:pt x="119046" y="1055205"/>
                </a:lnTo>
                <a:lnTo>
                  <a:pt x="120498" y="1055203"/>
                </a:lnTo>
                <a:lnTo>
                  <a:pt x="121950" y="1055202"/>
                </a:lnTo>
                <a:lnTo>
                  <a:pt x="123402" y="1055201"/>
                </a:lnTo>
                <a:lnTo>
                  <a:pt x="124853" y="1055200"/>
                </a:lnTo>
                <a:lnTo>
                  <a:pt x="126305" y="1055199"/>
                </a:lnTo>
                <a:lnTo>
                  <a:pt x="127757" y="1055199"/>
                </a:lnTo>
                <a:lnTo>
                  <a:pt x="129209" y="1055196"/>
                </a:lnTo>
                <a:lnTo>
                  <a:pt x="130660" y="1055194"/>
                </a:lnTo>
                <a:lnTo>
                  <a:pt x="132112" y="1055192"/>
                </a:lnTo>
                <a:lnTo>
                  <a:pt x="133564" y="1055191"/>
                </a:lnTo>
                <a:lnTo>
                  <a:pt x="135016" y="1055190"/>
                </a:lnTo>
                <a:lnTo>
                  <a:pt x="136468" y="1055188"/>
                </a:lnTo>
                <a:lnTo>
                  <a:pt x="137919" y="1055185"/>
                </a:lnTo>
                <a:lnTo>
                  <a:pt x="139371" y="1055183"/>
                </a:lnTo>
                <a:lnTo>
                  <a:pt x="140823" y="1055181"/>
                </a:lnTo>
                <a:lnTo>
                  <a:pt x="142275" y="1055179"/>
                </a:lnTo>
                <a:lnTo>
                  <a:pt x="143727" y="1055177"/>
                </a:lnTo>
                <a:lnTo>
                  <a:pt x="145178" y="1055175"/>
                </a:lnTo>
                <a:lnTo>
                  <a:pt x="146630" y="1055172"/>
                </a:lnTo>
                <a:lnTo>
                  <a:pt x="148082" y="1055170"/>
                </a:lnTo>
                <a:lnTo>
                  <a:pt x="149534" y="1055168"/>
                </a:lnTo>
                <a:lnTo>
                  <a:pt x="150985" y="1055166"/>
                </a:lnTo>
                <a:lnTo>
                  <a:pt x="152437" y="1055163"/>
                </a:lnTo>
                <a:lnTo>
                  <a:pt x="153889" y="1055161"/>
                </a:lnTo>
                <a:lnTo>
                  <a:pt x="155341" y="1055157"/>
                </a:lnTo>
                <a:lnTo>
                  <a:pt x="156793" y="1055155"/>
                </a:lnTo>
                <a:lnTo>
                  <a:pt x="158244" y="1055150"/>
                </a:lnTo>
                <a:lnTo>
                  <a:pt x="159696" y="1055147"/>
                </a:lnTo>
                <a:lnTo>
                  <a:pt x="161148" y="1055142"/>
                </a:lnTo>
                <a:lnTo>
                  <a:pt x="162600" y="1055137"/>
                </a:lnTo>
                <a:lnTo>
                  <a:pt x="164051" y="1055134"/>
                </a:lnTo>
                <a:lnTo>
                  <a:pt x="165503" y="1055130"/>
                </a:lnTo>
                <a:lnTo>
                  <a:pt x="166955" y="1055126"/>
                </a:lnTo>
                <a:lnTo>
                  <a:pt x="168407" y="1055120"/>
                </a:lnTo>
                <a:lnTo>
                  <a:pt x="169859" y="1055111"/>
                </a:lnTo>
                <a:lnTo>
                  <a:pt x="171310" y="1055101"/>
                </a:lnTo>
                <a:lnTo>
                  <a:pt x="172762" y="1055096"/>
                </a:lnTo>
                <a:lnTo>
                  <a:pt x="174214" y="1055087"/>
                </a:lnTo>
                <a:lnTo>
                  <a:pt x="175666" y="1055077"/>
                </a:lnTo>
                <a:lnTo>
                  <a:pt x="177118" y="1055073"/>
                </a:lnTo>
                <a:lnTo>
                  <a:pt x="178569" y="1055058"/>
                </a:lnTo>
                <a:lnTo>
                  <a:pt x="180021" y="1055049"/>
                </a:lnTo>
                <a:lnTo>
                  <a:pt x="181473" y="1055045"/>
                </a:lnTo>
                <a:lnTo>
                  <a:pt x="182925" y="1055042"/>
                </a:lnTo>
                <a:lnTo>
                  <a:pt x="184376" y="1055039"/>
                </a:lnTo>
                <a:lnTo>
                  <a:pt x="185828" y="1055036"/>
                </a:lnTo>
                <a:lnTo>
                  <a:pt x="187280" y="1055033"/>
                </a:lnTo>
                <a:lnTo>
                  <a:pt x="188732" y="1055030"/>
                </a:lnTo>
                <a:lnTo>
                  <a:pt x="190184" y="1055027"/>
                </a:lnTo>
                <a:lnTo>
                  <a:pt x="191635" y="1055025"/>
                </a:lnTo>
                <a:lnTo>
                  <a:pt x="193087" y="1055022"/>
                </a:lnTo>
                <a:lnTo>
                  <a:pt x="194539" y="1055021"/>
                </a:lnTo>
                <a:lnTo>
                  <a:pt x="195991" y="1055019"/>
                </a:lnTo>
                <a:lnTo>
                  <a:pt x="197443" y="1055017"/>
                </a:lnTo>
                <a:lnTo>
                  <a:pt x="198894" y="1055015"/>
                </a:lnTo>
                <a:lnTo>
                  <a:pt x="200346" y="1055011"/>
                </a:lnTo>
                <a:lnTo>
                  <a:pt x="201798" y="1055009"/>
                </a:lnTo>
                <a:lnTo>
                  <a:pt x="203250" y="1055006"/>
                </a:lnTo>
                <a:lnTo>
                  <a:pt x="204701" y="1055001"/>
                </a:lnTo>
                <a:lnTo>
                  <a:pt x="206153" y="1054998"/>
                </a:lnTo>
                <a:lnTo>
                  <a:pt x="207605" y="1054995"/>
                </a:lnTo>
                <a:lnTo>
                  <a:pt x="209057" y="1054992"/>
                </a:lnTo>
                <a:lnTo>
                  <a:pt x="210509" y="1054989"/>
                </a:lnTo>
                <a:lnTo>
                  <a:pt x="211960" y="1054985"/>
                </a:lnTo>
                <a:lnTo>
                  <a:pt x="213412" y="1054981"/>
                </a:lnTo>
                <a:lnTo>
                  <a:pt x="214864" y="1054976"/>
                </a:lnTo>
                <a:lnTo>
                  <a:pt x="216316" y="1054970"/>
                </a:lnTo>
                <a:lnTo>
                  <a:pt x="217767" y="1054965"/>
                </a:lnTo>
                <a:lnTo>
                  <a:pt x="219219" y="1054962"/>
                </a:lnTo>
                <a:lnTo>
                  <a:pt x="220671" y="1054957"/>
                </a:lnTo>
                <a:lnTo>
                  <a:pt x="222123" y="1054951"/>
                </a:lnTo>
                <a:lnTo>
                  <a:pt x="223575" y="1054948"/>
                </a:lnTo>
                <a:lnTo>
                  <a:pt x="225026" y="1054943"/>
                </a:lnTo>
                <a:lnTo>
                  <a:pt x="226478" y="1054937"/>
                </a:lnTo>
                <a:lnTo>
                  <a:pt x="227930" y="1054930"/>
                </a:lnTo>
                <a:lnTo>
                  <a:pt x="229382" y="1054927"/>
                </a:lnTo>
                <a:lnTo>
                  <a:pt x="230834" y="1054918"/>
                </a:lnTo>
                <a:lnTo>
                  <a:pt x="232285" y="1054912"/>
                </a:lnTo>
                <a:lnTo>
                  <a:pt x="233737" y="1054907"/>
                </a:lnTo>
                <a:lnTo>
                  <a:pt x="235189" y="1054898"/>
                </a:lnTo>
                <a:lnTo>
                  <a:pt x="236641" y="1054890"/>
                </a:lnTo>
                <a:lnTo>
                  <a:pt x="238092" y="1054886"/>
                </a:lnTo>
                <a:lnTo>
                  <a:pt x="239544" y="1054876"/>
                </a:lnTo>
                <a:lnTo>
                  <a:pt x="240996" y="1054869"/>
                </a:lnTo>
                <a:lnTo>
                  <a:pt x="242448" y="1054866"/>
                </a:lnTo>
                <a:lnTo>
                  <a:pt x="243900" y="1054856"/>
                </a:lnTo>
                <a:lnTo>
                  <a:pt x="245351" y="1054848"/>
                </a:lnTo>
                <a:lnTo>
                  <a:pt x="246803" y="1054843"/>
                </a:lnTo>
                <a:lnTo>
                  <a:pt x="248255" y="1054831"/>
                </a:lnTo>
                <a:lnTo>
                  <a:pt x="249707" y="1054819"/>
                </a:lnTo>
                <a:lnTo>
                  <a:pt x="251158" y="1054808"/>
                </a:lnTo>
                <a:lnTo>
                  <a:pt x="252610" y="1054794"/>
                </a:lnTo>
                <a:lnTo>
                  <a:pt x="254062" y="1054786"/>
                </a:lnTo>
                <a:lnTo>
                  <a:pt x="255514" y="1054767"/>
                </a:lnTo>
                <a:lnTo>
                  <a:pt x="256966" y="1054755"/>
                </a:lnTo>
                <a:lnTo>
                  <a:pt x="258417" y="1054740"/>
                </a:lnTo>
                <a:lnTo>
                  <a:pt x="259869" y="1054728"/>
                </a:lnTo>
                <a:lnTo>
                  <a:pt x="261321" y="1054714"/>
                </a:lnTo>
                <a:lnTo>
                  <a:pt x="262773" y="1054708"/>
                </a:lnTo>
                <a:lnTo>
                  <a:pt x="264225" y="1054692"/>
                </a:lnTo>
                <a:lnTo>
                  <a:pt x="265676" y="1054683"/>
                </a:lnTo>
                <a:lnTo>
                  <a:pt x="267128" y="1054663"/>
                </a:lnTo>
                <a:lnTo>
                  <a:pt x="268580" y="1054656"/>
                </a:lnTo>
                <a:lnTo>
                  <a:pt x="270032" y="1054635"/>
                </a:lnTo>
                <a:lnTo>
                  <a:pt x="271483" y="1054627"/>
                </a:lnTo>
                <a:lnTo>
                  <a:pt x="272935" y="1054607"/>
                </a:lnTo>
                <a:lnTo>
                  <a:pt x="274387" y="1054597"/>
                </a:lnTo>
                <a:lnTo>
                  <a:pt x="275839" y="1054578"/>
                </a:lnTo>
                <a:lnTo>
                  <a:pt x="277291" y="1054559"/>
                </a:lnTo>
                <a:lnTo>
                  <a:pt x="278742" y="1054540"/>
                </a:lnTo>
                <a:lnTo>
                  <a:pt x="280194" y="1054512"/>
                </a:lnTo>
                <a:lnTo>
                  <a:pt x="281646" y="1054491"/>
                </a:lnTo>
                <a:lnTo>
                  <a:pt x="283098" y="1054470"/>
                </a:lnTo>
                <a:lnTo>
                  <a:pt x="284549" y="1054455"/>
                </a:lnTo>
                <a:lnTo>
                  <a:pt x="286001" y="1054437"/>
                </a:lnTo>
                <a:lnTo>
                  <a:pt x="287453" y="1054409"/>
                </a:lnTo>
                <a:lnTo>
                  <a:pt x="288905" y="1054376"/>
                </a:lnTo>
                <a:lnTo>
                  <a:pt x="290357" y="1054328"/>
                </a:lnTo>
                <a:lnTo>
                  <a:pt x="291808" y="1054299"/>
                </a:lnTo>
                <a:lnTo>
                  <a:pt x="293260" y="1054264"/>
                </a:lnTo>
                <a:lnTo>
                  <a:pt x="294712" y="1054233"/>
                </a:lnTo>
                <a:lnTo>
                  <a:pt x="296164" y="1054195"/>
                </a:lnTo>
                <a:lnTo>
                  <a:pt x="297616" y="1054169"/>
                </a:lnTo>
                <a:lnTo>
                  <a:pt x="299067" y="1054138"/>
                </a:lnTo>
                <a:lnTo>
                  <a:pt x="300519" y="1054119"/>
                </a:lnTo>
                <a:lnTo>
                  <a:pt x="301971" y="1054068"/>
                </a:lnTo>
                <a:lnTo>
                  <a:pt x="303423" y="1054062"/>
                </a:lnTo>
                <a:lnTo>
                  <a:pt x="304874" y="1053970"/>
                </a:lnTo>
                <a:lnTo>
                  <a:pt x="306326" y="1053916"/>
                </a:lnTo>
                <a:lnTo>
                  <a:pt x="307778" y="1053822"/>
                </a:lnTo>
                <a:lnTo>
                  <a:pt x="309230" y="1053756"/>
                </a:lnTo>
                <a:lnTo>
                  <a:pt x="310682" y="1053636"/>
                </a:lnTo>
                <a:lnTo>
                  <a:pt x="312133" y="1053520"/>
                </a:lnTo>
                <a:lnTo>
                  <a:pt x="313585" y="1053382"/>
                </a:lnTo>
                <a:lnTo>
                  <a:pt x="315037" y="1053259"/>
                </a:lnTo>
                <a:lnTo>
                  <a:pt x="316489" y="1053141"/>
                </a:lnTo>
                <a:lnTo>
                  <a:pt x="317940" y="1052974"/>
                </a:lnTo>
                <a:lnTo>
                  <a:pt x="319392" y="1052850"/>
                </a:lnTo>
                <a:lnTo>
                  <a:pt x="320844" y="1052673"/>
                </a:lnTo>
                <a:lnTo>
                  <a:pt x="322296" y="1052516"/>
                </a:lnTo>
                <a:lnTo>
                  <a:pt x="323748" y="1052269"/>
                </a:lnTo>
                <a:lnTo>
                  <a:pt x="325199" y="1052091"/>
                </a:lnTo>
                <a:lnTo>
                  <a:pt x="326651" y="1051873"/>
                </a:lnTo>
                <a:lnTo>
                  <a:pt x="328103" y="1051641"/>
                </a:lnTo>
                <a:lnTo>
                  <a:pt x="329555" y="1051408"/>
                </a:lnTo>
                <a:lnTo>
                  <a:pt x="331007" y="1051173"/>
                </a:lnTo>
                <a:lnTo>
                  <a:pt x="332458" y="1051010"/>
                </a:lnTo>
                <a:lnTo>
                  <a:pt x="333910" y="1050612"/>
                </a:lnTo>
                <a:lnTo>
                  <a:pt x="335362" y="1050267"/>
                </a:lnTo>
                <a:lnTo>
                  <a:pt x="336814" y="1049976"/>
                </a:lnTo>
                <a:lnTo>
                  <a:pt x="338265" y="1049730"/>
                </a:lnTo>
                <a:lnTo>
                  <a:pt x="339717" y="1049442"/>
                </a:lnTo>
                <a:lnTo>
                  <a:pt x="341169" y="1048938"/>
                </a:lnTo>
                <a:lnTo>
                  <a:pt x="342621" y="1048528"/>
                </a:lnTo>
                <a:lnTo>
                  <a:pt x="344073" y="1047862"/>
                </a:lnTo>
                <a:lnTo>
                  <a:pt x="345524" y="1047631"/>
                </a:lnTo>
                <a:lnTo>
                  <a:pt x="346976" y="1047328"/>
                </a:lnTo>
                <a:lnTo>
                  <a:pt x="348428" y="1046992"/>
                </a:lnTo>
                <a:lnTo>
                  <a:pt x="349880" y="1046565"/>
                </a:lnTo>
                <a:lnTo>
                  <a:pt x="351332" y="1045847"/>
                </a:lnTo>
                <a:lnTo>
                  <a:pt x="352783" y="1045193"/>
                </a:lnTo>
                <a:lnTo>
                  <a:pt x="354235" y="1044668"/>
                </a:lnTo>
                <a:lnTo>
                  <a:pt x="355687" y="1044026"/>
                </a:lnTo>
                <a:lnTo>
                  <a:pt x="357139" y="1043489"/>
                </a:lnTo>
                <a:lnTo>
                  <a:pt x="358590" y="1043153"/>
                </a:lnTo>
                <a:lnTo>
                  <a:pt x="360042" y="1042712"/>
                </a:lnTo>
                <a:lnTo>
                  <a:pt x="361494" y="1041930"/>
                </a:lnTo>
                <a:lnTo>
                  <a:pt x="362946" y="1041189"/>
                </a:lnTo>
                <a:lnTo>
                  <a:pt x="364398" y="1040647"/>
                </a:lnTo>
                <a:lnTo>
                  <a:pt x="365849" y="1040177"/>
                </a:lnTo>
                <a:lnTo>
                  <a:pt x="367301" y="1039366"/>
                </a:lnTo>
                <a:lnTo>
                  <a:pt x="368753" y="1038520"/>
                </a:lnTo>
                <a:lnTo>
                  <a:pt x="370205" y="1037290"/>
                </a:lnTo>
                <a:lnTo>
                  <a:pt x="371656" y="1036766"/>
                </a:lnTo>
                <a:lnTo>
                  <a:pt x="373108" y="1036139"/>
                </a:lnTo>
                <a:lnTo>
                  <a:pt x="374560" y="1035612"/>
                </a:lnTo>
                <a:lnTo>
                  <a:pt x="376012" y="1034734"/>
                </a:lnTo>
                <a:lnTo>
                  <a:pt x="377464" y="1034207"/>
                </a:lnTo>
                <a:lnTo>
                  <a:pt x="378915" y="1031985"/>
                </a:lnTo>
                <a:lnTo>
                  <a:pt x="380367" y="1030554"/>
                </a:lnTo>
                <a:lnTo>
                  <a:pt x="381819" y="1029200"/>
                </a:lnTo>
                <a:lnTo>
                  <a:pt x="383271" y="1028178"/>
                </a:lnTo>
                <a:lnTo>
                  <a:pt x="384723" y="1026843"/>
                </a:lnTo>
                <a:lnTo>
                  <a:pt x="386174" y="1025496"/>
                </a:lnTo>
                <a:lnTo>
                  <a:pt x="387626" y="1024243"/>
                </a:lnTo>
                <a:lnTo>
                  <a:pt x="389078" y="1022827"/>
                </a:lnTo>
                <a:lnTo>
                  <a:pt x="390530" y="1019960"/>
                </a:lnTo>
                <a:lnTo>
                  <a:pt x="391981" y="1018213"/>
                </a:lnTo>
                <a:lnTo>
                  <a:pt x="393433" y="1016256"/>
                </a:lnTo>
                <a:lnTo>
                  <a:pt x="394885" y="1014799"/>
                </a:lnTo>
                <a:lnTo>
                  <a:pt x="396337" y="1012813"/>
                </a:lnTo>
                <a:lnTo>
                  <a:pt x="397789" y="1009448"/>
                </a:lnTo>
                <a:lnTo>
                  <a:pt x="399240" y="1007796"/>
                </a:lnTo>
                <a:lnTo>
                  <a:pt x="400692" y="1005267"/>
                </a:lnTo>
                <a:lnTo>
                  <a:pt x="402144" y="1002494"/>
                </a:lnTo>
                <a:lnTo>
                  <a:pt x="403596" y="1000473"/>
                </a:lnTo>
                <a:lnTo>
                  <a:pt x="405047" y="998549"/>
                </a:lnTo>
                <a:lnTo>
                  <a:pt x="406499" y="996630"/>
                </a:lnTo>
                <a:lnTo>
                  <a:pt x="407951" y="995426"/>
                </a:lnTo>
                <a:lnTo>
                  <a:pt x="409403" y="992290"/>
                </a:lnTo>
                <a:lnTo>
                  <a:pt x="410855" y="991624"/>
                </a:lnTo>
                <a:lnTo>
                  <a:pt x="412306" y="989421"/>
                </a:lnTo>
                <a:lnTo>
                  <a:pt x="413758" y="987271"/>
                </a:lnTo>
                <a:lnTo>
                  <a:pt x="415210" y="984884"/>
                </a:lnTo>
                <a:lnTo>
                  <a:pt x="416662" y="983479"/>
                </a:lnTo>
                <a:lnTo>
                  <a:pt x="418114" y="979928"/>
                </a:lnTo>
                <a:lnTo>
                  <a:pt x="419565" y="975977"/>
                </a:lnTo>
                <a:lnTo>
                  <a:pt x="421017" y="973601"/>
                </a:lnTo>
                <a:lnTo>
                  <a:pt x="422469" y="970624"/>
                </a:lnTo>
                <a:lnTo>
                  <a:pt x="423921" y="964523"/>
                </a:lnTo>
                <a:lnTo>
                  <a:pt x="425372" y="960601"/>
                </a:lnTo>
                <a:lnTo>
                  <a:pt x="426824" y="957375"/>
                </a:lnTo>
                <a:lnTo>
                  <a:pt x="428276" y="953876"/>
                </a:lnTo>
                <a:lnTo>
                  <a:pt x="429728" y="948657"/>
                </a:lnTo>
                <a:lnTo>
                  <a:pt x="431180" y="944039"/>
                </a:lnTo>
                <a:lnTo>
                  <a:pt x="432631" y="940211"/>
                </a:lnTo>
                <a:lnTo>
                  <a:pt x="434083" y="933504"/>
                </a:lnTo>
                <a:lnTo>
                  <a:pt x="435535" y="930665"/>
                </a:lnTo>
                <a:lnTo>
                  <a:pt x="436987" y="923594"/>
                </a:lnTo>
                <a:lnTo>
                  <a:pt x="438438" y="916401"/>
                </a:lnTo>
                <a:lnTo>
                  <a:pt x="439890" y="912240"/>
                </a:lnTo>
                <a:lnTo>
                  <a:pt x="441342" y="906065"/>
                </a:lnTo>
                <a:lnTo>
                  <a:pt x="442794" y="900710"/>
                </a:lnTo>
                <a:lnTo>
                  <a:pt x="444246" y="895619"/>
                </a:lnTo>
                <a:lnTo>
                  <a:pt x="445697" y="890632"/>
                </a:lnTo>
                <a:lnTo>
                  <a:pt x="447149" y="881099"/>
                </a:lnTo>
                <a:lnTo>
                  <a:pt x="448601" y="874296"/>
                </a:lnTo>
                <a:lnTo>
                  <a:pt x="450053" y="866115"/>
                </a:lnTo>
                <a:lnTo>
                  <a:pt x="451505" y="859211"/>
                </a:lnTo>
                <a:lnTo>
                  <a:pt x="452956" y="851390"/>
                </a:lnTo>
                <a:lnTo>
                  <a:pt x="454408" y="849522"/>
                </a:lnTo>
                <a:lnTo>
                  <a:pt x="455860" y="840246"/>
                </a:lnTo>
                <a:lnTo>
                  <a:pt x="457312" y="839079"/>
                </a:lnTo>
                <a:lnTo>
                  <a:pt x="458763" y="829932"/>
                </a:lnTo>
                <a:lnTo>
                  <a:pt x="460215" y="819250"/>
                </a:lnTo>
                <a:lnTo>
                  <a:pt x="461667" y="807737"/>
                </a:lnTo>
                <a:lnTo>
                  <a:pt x="463119" y="793350"/>
                </a:lnTo>
                <a:lnTo>
                  <a:pt x="464571" y="787422"/>
                </a:lnTo>
                <a:lnTo>
                  <a:pt x="466022" y="775724"/>
                </a:lnTo>
                <a:lnTo>
                  <a:pt x="467474" y="774971"/>
                </a:lnTo>
                <a:lnTo>
                  <a:pt x="468926" y="757685"/>
                </a:lnTo>
                <a:lnTo>
                  <a:pt x="470378" y="742801"/>
                </a:lnTo>
                <a:lnTo>
                  <a:pt x="471830" y="721750"/>
                </a:lnTo>
                <a:lnTo>
                  <a:pt x="473281" y="700332"/>
                </a:lnTo>
                <a:lnTo>
                  <a:pt x="474733" y="684248"/>
                </a:lnTo>
                <a:lnTo>
                  <a:pt x="476185" y="657059"/>
                </a:lnTo>
                <a:lnTo>
                  <a:pt x="477637" y="619599"/>
                </a:lnTo>
                <a:lnTo>
                  <a:pt x="479088" y="597909"/>
                </a:lnTo>
                <a:lnTo>
                  <a:pt x="480540" y="573658"/>
                </a:lnTo>
                <a:lnTo>
                  <a:pt x="481992" y="530570"/>
                </a:lnTo>
                <a:lnTo>
                  <a:pt x="483444" y="503124"/>
                </a:lnTo>
                <a:lnTo>
                  <a:pt x="484896" y="472577"/>
                </a:lnTo>
                <a:lnTo>
                  <a:pt x="486347" y="445478"/>
                </a:lnTo>
                <a:lnTo>
                  <a:pt x="487799" y="411927"/>
                </a:lnTo>
                <a:lnTo>
                  <a:pt x="489251" y="369861"/>
                </a:lnTo>
                <a:lnTo>
                  <a:pt x="490703" y="298157"/>
                </a:lnTo>
                <a:lnTo>
                  <a:pt x="492154" y="246017"/>
                </a:lnTo>
                <a:lnTo>
                  <a:pt x="493606" y="238711"/>
                </a:lnTo>
                <a:lnTo>
                  <a:pt x="495058" y="281096"/>
                </a:lnTo>
                <a:lnTo>
                  <a:pt x="496510" y="339053"/>
                </a:lnTo>
                <a:lnTo>
                  <a:pt x="497962" y="388339"/>
                </a:lnTo>
                <a:lnTo>
                  <a:pt x="499413" y="428912"/>
                </a:lnTo>
                <a:lnTo>
                  <a:pt x="500865" y="441300"/>
                </a:lnTo>
                <a:lnTo>
                  <a:pt x="502317" y="441302"/>
                </a:lnTo>
                <a:lnTo>
                  <a:pt x="503769" y="441305"/>
                </a:lnTo>
                <a:lnTo>
                  <a:pt x="505221" y="441311"/>
                </a:lnTo>
                <a:lnTo>
                  <a:pt x="506672" y="441320"/>
                </a:lnTo>
                <a:lnTo>
                  <a:pt x="508124" y="441331"/>
                </a:lnTo>
                <a:lnTo>
                  <a:pt x="509576" y="441344"/>
                </a:lnTo>
                <a:lnTo>
                  <a:pt x="511028" y="441360"/>
                </a:lnTo>
                <a:lnTo>
                  <a:pt x="512479" y="441378"/>
                </a:lnTo>
                <a:lnTo>
                  <a:pt x="513931" y="441399"/>
                </a:lnTo>
                <a:lnTo>
                  <a:pt x="515383" y="441422"/>
                </a:lnTo>
                <a:lnTo>
                  <a:pt x="516835" y="441447"/>
                </a:lnTo>
                <a:lnTo>
                  <a:pt x="518287" y="441475"/>
                </a:lnTo>
                <a:lnTo>
                  <a:pt x="519738" y="441506"/>
                </a:lnTo>
                <a:lnTo>
                  <a:pt x="521190" y="441538"/>
                </a:lnTo>
                <a:lnTo>
                  <a:pt x="522642" y="441573"/>
                </a:lnTo>
                <a:lnTo>
                  <a:pt x="524094" y="441611"/>
                </a:lnTo>
                <a:lnTo>
                  <a:pt x="525545" y="441651"/>
                </a:lnTo>
                <a:lnTo>
                  <a:pt x="526997" y="441694"/>
                </a:lnTo>
                <a:lnTo>
                  <a:pt x="528449" y="441739"/>
                </a:lnTo>
                <a:lnTo>
                  <a:pt x="529901" y="441786"/>
                </a:lnTo>
                <a:lnTo>
                  <a:pt x="531353" y="441836"/>
                </a:lnTo>
                <a:lnTo>
                  <a:pt x="532804" y="441888"/>
                </a:lnTo>
                <a:lnTo>
                  <a:pt x="534256" y="441942"/>
                </a:lnTo>
                <a:lnTo>
                  <a:pt x="535708" y="441999"/>
                </a:lnTo>
                <a:lnTo>
                  <a:pt x="537160" y="442059"/>
                </a:lnTo>
                <a:lnTo>
                  <a:pt x="538612" y="442121"/>
                </a:lnTo>
                <a:lnTo>
                  <a:pt x="540063" y="442185"/>
                </a:lnTo>
                <a:lnTo>
                  <a:pt x="541515" y="442252"/>
                </a:lnTo>
                <a:lnTo>
                  <a:pt x="542967" y="442321"/>
                </a:lnTo>
                <a:lnTo>
                  <a:pt x="544419" y="442393"/>
                </a:lnTo>
                <a:lnTo>
                  <a:pt x="545870" y="442467"/>
                </a:lnTo>
                <a:lnTo>
                  <a:pt x="547322" y="442543"/>
                </a:lnTo>
                <a:lnTo>
                  <a:pt x="548774" y="442622"/>
                </a:lnTo>
                <a:lnTo>
                  <a:pt x="550226" y="442703"/>
                </a:lnTo>
                <a:lnTo>
                  <a:pt x="551678" y="442787"/>
                </a:lnTo>
                <a:lnTo>
                  <a:pt x="553129" y="442873"/>
                </a:lnTo>
                <a:lnTo>
                  <a:pt x="554581" y="442962"/>
                </a:lnTo>
                <a:lnTo>
                  <a:pt x="556033" y="443053"/>
                </a:lnTo>
                <a:lnTo>
                  <a:pt x="557485" y="443146"/>
                </a:lnTo>
                <a:lnTo>
                  <a:pt x="558936" y="443242"/>
                </a:lnTo>
                <a:lnTo>
                  <a:pt x="560388" y="443340"/>
                </a:lnTo>
                <a:lnTo>
                  <a:pt x="561840" y="443441"/>
                </a:lnTo>
                <a:lnTo>
                  <a:pt x="563292" y="443544"/>
                </a:lnTo>
                <a:lnTo>
                  <a:pt x="564744" y="443650"/>
                </a:lnTo>
                <a:lnTo>
                  <a:pt x="566195" y="443758"/>
                </a:lnTo>
                <a:lnTo>
                  <a:pt x="567647" y="443868"/>
                </a:lnTo>
                <a:lnTo>
                  <a:pt x="569099" y="443981"/>
                </a:lnTo>
                <a:lnTo>
                  <a:pt x="570551" y="444096"/>
                </a:lnTo>
                <a:lnTo>
                  <a:pt x="572003" y="444214"/>
                </a:lnTo>
                <a:lnTo>
                  <a:pt x="573454" y="444334"/>
                </a:lnTo>
                <a:lnTo>
                  <a:pt x="574906" y="444457"/>
                </a:lnTo>
                <a:lnTo>
                  <a:pt x="576358" y="444582"/>
                </a:lnTo>
                <a:lnTo>
                  <a:pt x="577810" y="444709"/>
                </a:lnTo>
                <a:lnTo>
                  <a:pt x="579261" y="444839"/>
                </a:lnTo>
                <a:lnTo>
                  <a:pt x="580713" y="444971"/>
                </a:lnTo>
                <a:lnTo>
                  <a:pt x="582165" y="445106"/>
                </a:lnTo>
                <a:lnTo>
                  <a:pt x="583617" y="660586"/>
                </a:lnTo>
                <a:lnTo>
                  <a:pt x="585069" y="445104"/>
                </a:lnTo>
                <a:lnTo>
                  <a:pt x="586520" y="444968"/>
                </a:lnTo>
                <a:lnTo>
                  <a:pt x="587972" y="444834"/>
                </a:lnTo>
                <a:lnTo>
                  <a:pt x="589424" y="444703"/>
                </a:lnTo>
                <a:lnTo>
                  <a:pt x="590876" y="444574"/>
                </a:lnTo>
                <a:lnTo>
                  <a:pt x="592328" y="444448"/>
                </a:lnTo>
                <a:lnTo>
                  <a:pt x="593779" y="444324"/>
                </a:lnTo>
                <a:lnTo>
                  <a:pt x="595231" y="444202"/>
                </a:lnTo>
                <a:lnTo>
                  <a:pt x="596683" y="444083"/>
                </a:lnTo>
                <a:lnTo>
                  <a:pt x="598135" y="443966"/>
                </a:lnTo>
                <a:lnTo>
                  <a:pt x="599586" y="443852"/>
                </a:lnTo>
                <a:lnTo>
                  <a:pt x="601038" y="443741"/>
                </a:lnTo>
                <a:lnTo>
                  <a:pt x="602490" y="443631"/>
                </a:lnTo>
                <a:lnTo>
                  <a:pt x="603942" y="443525"/>
                </a:lnTo>
                <a:lnTo>
                  <a:pt x="605394" y="443420"/>
                </a:lnTo>
                <a:lnTo>
                  <a:pt x="606845" y="443318"/>
                </a:lnTo>
                <a:lnTo>
                  <a:pt x="608297" y="443219"/>
                </a:lnTo>
                <a:lnTo>
                  <a:pt x="609749" y="443122"/>
                </a:lnTo>
                <a:lnTo>
                  <a:pt x="611201" y="443027"/>
                </a:lnTo>
                <a:lnTo>
                  <a:pt x="612652" y="442935"/>
                </a:lnTo>
                <a:lnTo>
                  <a:pt x="614104" y="442846"/>
                </a:lnTo>
                <a:lnTo>
                  <a:pt x="615556" y="442759"/>
                </a:lnTo>
                <a:lnTo>
                  <a:pt x="617008" y="442674"/>
                </a:lnTo>
                <a:lnTo>
                  <a:pt x="618460" y="442592"/>
                </a:lnTo>
                <a:lnTo>
                  <a:pt x="619911" y="442512"/>
                </a:lnTo>
                <a:lnTo>
                  <a:pt x="621363" y="442434"/>
                </a:lnTo>
                <a:lnTo>
                  <a:pt x="622815" y="442360"/>
                </a:lnTo>
                <a:lnTo>
                  <a:pt x="624267" y="442287"/>
                </a:lnTo>
                <a:lnTo>
                  <a:pt x="625719" y="442217"/>
                </a:lnTo>
                <a:lnTo>
                  <a:pt x="627170" y="442150"/>
                </a:lnTo>
                <a:lnTo>
                  <a:pt x="628622" y="442085"/>
                </a:lnTo>
                <a:lnTo>
                  <a:pt x="630074" y="442022"/>
                </a:lnTo>
                <a:lnTo>
                  <a:pt x="631526" y="441962"/>
                </a:lnTo>
                <a:lnTo>
                  <a:pt x="632977" y="441904"/>
                </a:lnTo>
                <a:lnTo>
                  <a:pt x="634429" y="441849"/>
                </a:lnTo>
                <a:lnTo>
                  <a:pt x="635881" y="441796"/>
                </a:lnTo>
                <a:lnTo>
                  <a:pt x="637333" y="441746"/>
                </a:lnTo>
                <a:lnTo>
                  <a:pt x="638785" y="441698"/>
                </a:lnTo>
                <a:lnTo>
                  <a:pt x="640236" y="441652"/>
                </a:lnTo>
                <a:lnTo>
                  <a:pt x="641688" y="441610"/>
                </a:lnTo>
                <a:lnTo>
                  <a:pt x="643140" y="441569"/>
                </a:lnTo>
                <a:lnTo>
                  <a:pt x="644592" y="441531"/>
                </a:lnTo>
                <a:lnTo>
                  <a:pt x="646043" y="441495"/>
                </a:lnTo>
                <a:lnTo>
                  <a:pt x="647495" y="441462"/>
                </a:lnTo>
                <a:lnTo>
                  <a:pt x="648947" y="441432"/>
                </a:lnTo>
                <a:lnTo>
                  <a:pt x="650399" y="441403"/>
                </a:lnTo>
                <a:lnTo>
                  <a:pt x="651851" y="441377"/>
                </a:lnTo>
                <a:lnTo>
                  <a:pt x="653302" y="441354"/>
                </a:lnTo>
                <a:lnTo>
                  <a:pt x="654754" y="441333"/>
                </a:lnTo>
                <a:lnTo>
                  <a:pt x="656206" y="441315"/>
                </a:lnTo>
                <a:lnTo>
                  <a:pt x="657658" y="441299"/>
                </a:lnTo>
                <a:lnTo>
                  <a:pt x="659110" y="441285"/>
                </a:lnTo>
                <a:lnTo>
                  <a:pt x="660561" y="441274"/>
                </a:lnTo>
                <a:lnTo>
                  <a:pt x="662013" y="441266"/>
                </a:lnTo>
                <a:lnTo>
                  <a:pt x="663465" y="441260"/>
                </a:lnTo>
                <a:lnTo>
                  <a:pt x="664917" y="441256"/>
                </a:lnTo>
                <a:lnTo>
                  <a:pt x="666368" y="441255"/>
                </a:lnTo>
                <a:lnTo>
                  <a:pt x="667820" y="445478"/>
                </a:lnTo>
                <a:lnTo>
                  <a:pt x="669272" y="774971"/>
                </a:lnTo>
                <a:lnTo>
                  <a:pt x="670724" y="775724"/>
                </a:lnTo>
                <a:lnTo>
                  <a:pt x="672176" y="840246"/>
                </a:lnTo>
                <a:lnTo>
                  <a:pt x="673627" y="937742"/>
                </a:lnTo>
                <a:lnTo>
                  <a:pt x="675079" y="990449"/>
                </a:lnTo>
                <a:lnTo>
                  <a:pt x="676531" y="990449"/>
                </a:lnTo>
                <a:lnTo>
                  <a:pt x="677983" y="990449"/>
                </a:lnTo>
                <a:lnTo>
                  <a:pt x="679434" y="990449"/>
                </a:lnTo>
                <a:lnTo>
                  <a:pt x="680886" y="990449"/>
                </a:lnTo>
                <a:lnTo>
                  <a:pt x="682338" y="990449"/>
                </a:lnTo>
                <a:lnTo>
                  <a:pt x="683790" y="990449"/>
                </a:lnTo>
                <a:lnTo>
                  <a:pt x="685242" y="990449"/>
                </a:lnTo>
                <a:lnTo>
                  <a:pt x="686693" y="990249"/>
                </a:lnTo>
                <a:lnTo>
                  <a:pt x="688145" y="990209"/>
                </a:lnTo>
                <a:lnTo>
                  <a:pt x="689597" y="990200"/>
                </a:lnTo>
                <a:lnTo>
                  <a:pt x="691049" y="989971"/>
                </a:lnTo>
                <a:lnTo>
                  <a:pt x="692501" y="989841"/>
                </a:lnTo>
                <a:lnTo>
                  <a:pt x="693952" y="989421"/>
                </a:lnTo>
                <a:lnTo>
                  <a:pt x="695404" y="989421"/>
                </a:lnTo>
                <a:lnTo>
                  <a:pt x="696856" y="989191"/>
                </a:lnTo>
                <a:lnTo>
                  <a:pt x="698308" y="988594"/>
                </a:lnTo>
                <a:lnTo>
                  <a:pt x="699759" y="988563"/>
                </a:lnTo>
                <a:lnTo>
                  <a:pt x="701211" y="987901"/>
                </a:lnTo>
                <a:lnTo>
                  <a:pt x="702663" y="987530"/>
                </a:lnTo>
                <a:lnTo>
                  <a:pt x="704115" y="987271"/>
                </a:lnTo>
                <a:lnTo>
                  <a:pt x="705567" y="987038"/>
                </a:lnTo>
                <a:lnTo>
                  <a:pt x="707018" y="986379"/>
                </a:lnTo>
                <a:lnTo>
                  <a:pt x="708470" y="986041"/>
                </a:lnTo>
                <a:lnTo>
                  <a:pt x="709922" y="985780"/>
                </a:lnTo>
                <a:lnTo>
                  <a:pt x="711374" y="985604"/>
                </a:lnTo>
                <a:lnTo>
                  <a:pt x="712826" y="985561"/>
                </a:lnTo>
                <a:lnTo>
                  <a:pt x="714277" y="984977"/>
                </a:lnTo>
                <a:lnTo>
                  <a:pt x="715729" y="984884"/>
                </a:lnTo>
                <a:lnTo>
                  <a:pt x="717181" y="984787"/>
                </a:lnTo>
                <a:lnTo>
                  <a:pt x="718633" y="984781"/>
                </a:lnTo>
                <a:lnTo>
                  <a:pt x="720084" y="984383"/>
                </a:lnTo>
                <a:lnTo>
                  <a:pt x="721536" y="984364"/>
                </a:lnTo>
                <a:lnTo>
                  <a:pt x="722988" y="984348"/>
                </a:lnTo>
                <a:lnTo>
                  <a:pt x="724440" y="984301"/>
                </a:lnTo>
                <a:lnTo>
                  <a:pt x="725892" y="984159"/>
                </a:lnTo>
                <a:lnTo>
                  <a:pt x="727343" y="983479"/>
                </a:lnTo>
                <a:lnTo>
                  <a:pt x="728795" y="983275"/>
                </a:lnTo>
                <a:lnTo>
                  <a:pt x="730247" y="982936"/>
                </a:lnTo>
                <a:lnTo>
                  <a:pt x="731699" y="982118"/>
                </a:lnTo>
                <a:lnTo>
                  <a:pt x="733150" y="981019"/>
                </a:lnTo>
                <a:lnTo>
                  <a:pt x="734602" y="980773"/>
                </a:lnTo>
                <a:lnTo>
                  <a:pt x="736054" y="980201"/>
                </a:lnTo>
                <a:lnTo>
                  <a:pt x="737506" y="979928"/>
                </a:lnTo>
                <a:lnTo>
                  <a:pt x="738958" y="979899"/>
                </a:lnTo>
                <a:lnTo>
                  <a:pt x="740409" y="979671"/>
                </a:lnTo>
                <a:lnTo>
                  <a:pt x="741861" y="979652"/>
                </a:lnTo>
                <a:lnTo>
                  <a:pt x="743313" y="979370"/>
                </a:lnTo>
                <a:lnTo>
                  <a:pt x="744765" y="978870"/>
                </a:lnTo>
                <a:lnTo>
                  <a:pt x="746217" y="978296"/>
                </a:lnTo>
                <a:lnTo>
                  <a:pt x="747668" y="977289"/>
                </a:lnTo>
                <a:lnTo>
                  <a:pt x="749120" y="975977"/>
                </a:lnTo>
                <a:lnTo>
                  <a:pt x="750572" y="975588"/>
                </a:lnTo>
                <a:lnTo>
                  <a:pt x="752024" y="975425"/>
                </a:lnTo>
                <a:lnTo>
                  <a:pt x="753475" y="975172"/>
                </a:lnTo>
                <a:lnTo>
                  <a:pt x="754927" y="974516"/>
                </a:lnTo>
                <a:lnTo>
                  <a:pt x="756379" y="974460"/>
                </a:lnTo>
                <a:lnTo>
                  <a:pt x="757831" y="974258"/>
                </a:lnTo>
                <a:lnTo>
                  <a:pt x="759283" y="973678"/>
                </a:lnTo>
                <a:lnTo>
                  <a:pt x="760734" y="973601"/>
                </a:lnTo>
                <a:lnTo>
                  <a:pt x="762186" y="973513"/>
                </a:lnTo>
                <a:lnTo>
                  <a:pt x="763638" y="972245"/>
                </a:lnTo>
                <a:lnTo>
                  <a:pt x="765090" y="971506"/>
                </a:lnTo>
                <a:lnTo>
                  <a:pt x="766541" y="971206"/>
                </a:lnTo>
                <a:lnTo>
                  <a:pt x="767993" y="970968"/>
                </a:lnTo>
                <a:lnTo>
                  <a:pt x="769445" y="970870"/>
                </a:lnTo>
                <a:lnTo>
                  <a:pt x="770897" y="970624"/>
                </a:lnTo>
                <a:lnTo>
                  <a:pt x="772349" y="970564"/>
                </a:lnTo>
                <a:lnTo>
                  <a:pt x="773800" y="970484"/>
                </a:lnTo>
                <a:lnTo>
                  <a:pt x="775252" y="969510"/>
                </a:lnTo>
                <a:lnTo>
                  <a:pt x="776704" y="966835"/>
                </a:lnTo>
                <a:lnTo>
                  <a:pt x="778156" y="966750"/>
                </a:lnTo>
                <a:lnTo>
                  <a:pt x="779608" y="966505"/>
                </a:lnTo>
                <a:lnTo>
                  <a:pt x="781059" y="965863"/>
                </a:lnTo>
                <a:lnTo>
                  <a:pt x="782511" y="964523"/>
                </a:lnTo>
                <a:lnTo>
                  <a:pt x="783963" y="964299"/>
                </a:lnTo>
                <a:lnTo>
                  <a:pt x="785415" y="963898"/>
                </a:lnTo>
                <a:lnTo>
                  <a:pt x="786866" y="962817"/>
                </a:lnTo>
                <a:lnTo>
                  <a:pt x="788318" y="962533"/>
                </a:lnTo>
                <a:lnTo>
                  <a:pt x="789770" y="962415"/>
                </a:lnTo>
                <a:lnTo>
                  <a:pt x="791222" y="961944"/>
                </a:lnTo>
                <a:lnTo>
                  <a:pt x="792674" y="961873"/>
                </a:lnTo>
                <a:lnTo>
                  <a:pt x="794125" y="960601"/>
                </a:lnTo>
                <a:lnTo>
                  <a:pt x="795577" y="960562"/>
                </a:lnTo>
                <a:lnTo>
                  <a:pt x="797029" y="960502"/>
                </a:lnTo>
                <a:lnTo>
                  <a:pt x="798481" y="960062"/>
                </a:lnTo>
                <a:lnTo>
                  <a:pt x="799932" y="957833"/>
                </a:lnTo>
                <a:lnTo>
                  <a:pt x="801384" y="957783"/>
                </a:lnTo>
                <a:lnTo>
                  <a:pt x="802836" y="957649"/>
                </a:lnTo>
                <a:lnTo>
                  <a:pt x="804288" y="957487"/>
                </a:lnTo>
                <a:lnTo>
                  <a:pt x="805740" y="956693"/>
                </a:lnTo>
                <a:lnTo>
                  <a:pt x="807191" y="956171"/>
                </a:lnTo>
                <a:lnTo>
                  <a:pt x="808643" y="955861"/>
                </a:lnTo>
                <a:lnTo>
                  <a:pt x="810095" y="955374"/>
                </a:lnTo>
                <a:lnTo>
                  <a:pt x="811547" y="954854"/>
                </a:lnTo>
                <a:lnTo>
                  <a:pt x="812999" y="954559"/>
                </a:lnTo>
                <a:lnTo>
                  <a:pt x="814450" y="954138"/>
                </a:lnTo>
                <a:lnTo>
                  <a:pt x="815902" y="953928"/>
                </a:lnTo>
                <a:lnTo>
                  <a:pt x="817354" y="952741"/>
                </a:lnTo>
                <a:lnTo>
                  <a:pt x="818806" y="952394"/>
                </a:lnTo>
                <a:lnTo>
                  <a:pt x="820257" y="952219"/>
                </a:lnTo>
                <a:lnTo>
                  <a:pt x="821709" y="951187"/>
                </a:lnTo>
                <a:lnTo>
                  <a:pt x="823161" y="950843"/>
                </a:lnTo>
                <a:lnTo>
                  <a:pt x="824613" y="950135"/>
                </a:lnTo>
                <a:lnTo>
                  <a:pt x="826065" y="950114"/>
                </a:lnTo>
                <a:lnTo>
                  <a:pt x="827516" y="948657"/>
                </a:lnTo>
                <a:lnTo>
                  <a:pt x="828968" y="948198"/>
                </a:lnTo>
                <a:lnTo>
                  <a:pt x="830420" y="946631"/>
                </a:lnTo>
                <a:lnTo>
                  <a:pt x="831872" y="946203"/>
                </a:lnTo>
                <a:lnTo>
                  <a:pt x="833323" y="945499"/>
                </a:lnTo>
                <a:lnTo>
                  <a:pt x="834775" y="945125"/>
                </a:lnTo>
                <a:lnTo>
                  <a:pt x="836227" y="944987"/>
                </a:lnTo>
                <a:lnTo>
                  <a:pt x="837679" y="944492"/>
                </a:lnTo>
                <a:lnTo>
                  <a:pt x="839131" y="943736"/>
                </a:lnTo>
                <a:lnTo>
                  <a:pt x="840582" y="942631"/>
                </a:lnTo>
                <a:lnTo>
                  <a:pt x="842034" y="942629"/>
                </a:lnTo>
                <a:lnTo>
                  <a:pt x="843486" y="942471"/>
                </a:lnTo>
                <a:lnTo>
                  <a:pt x="844938" y="942371"/>
                </a:lnTo>
                <a:lnTo>
                  <a:pt x="846390" y="941993"/>
                </a:lnTo>
                <a:lnTo>
                  <a:pt x="847841" y="941366"/>
                </a:lnTo>
                <a:lnTo>
                  <a:pt x="849293" y="941204"/>
                </a:lnTo>
                <a:lnTo>
                  <a:pt x="850745" y="940174"/>
                </a:lnTo>
                <a:lnTo>
                  <a:pt x="852197" y="940015"/>
                </a:lnTo>
                <a:lnTo>
                  <a:pt x="853648" y="939715"/>
                </a:lnTo>
                <a:lnTo>
                  <a:pt x="855100" y="939368"/>
                </a:lnTo>
                <a:lnTo>
                  <a:pt x="856552" y="937289"/>
                </a:lnTo>
                <a:lnTo>
                  <a:pt x="858004" y="937210"/>
                </a:lnTo>
                <a:lnTo>
                  <a:pt x="859456" y="936402"/>
                </a:lnTo>
                <a:lnTo>
                  <a:pt x="860907" y="934389"/>
                </a:lnTo>
                <a:lnTo>
                  <a:pt x="862359" y="933349"/>
                </a:lnTo>
                <a:lnTo>
                  <a:pt x="863811" y="933271"/>
                </a:lnTo>
                <a:lnTo>
                  <a:pt x="865263" y="932895"/>
                </a:lnTo>
                <a:lnTo>
                  <a:pt x="866715" y="932330"/>
                </a:lnTo>
                <a:lnTo>
                  <a:pt x="868166" y="931773"/>
                </a:lnTo>
                <a:lnTo>
                  <a:pt x="869618" y="931717"/>
                </a:lnTo>
                <a:lnTo>
                  <a:pt x="871070" y="931534"/>
                </a:lnTo>
                <a:lnTo>
                  <a:pt x="872522" y="931417"/>
                </a:lnTo>
                <a:lnTo>
                  <a:pt x="873973" y="930540"/>
                </a:lnTo>
                <a:lnTo>
                  <a:pt x="875425" y="928703"/>
                </a:lnTo>
                <a:lnTo>
                  <a:pt x="876877" y="928249"/>
                </a:lnTo>
                <a:lnTo>
                  <a:pt x="878329" y="928087"/>
                </a:lnTo>
                <a:lnTo>
                  <a:pt x="879781" y="926335"/>
                </a:lnTo>
                <a:lnTo>
                  <a:pt x="881232" y="926070"/>
                </a:lnTo>
                <a:lnTo>
                  <a:pt x="882684" y="924623"/>
                </a:lnTo>
                <a:lnTo>
                  <a:pt x="884136" y="923594"/>
                </a:lnTo>
                <a:lnTo>
                  <a:pt x="885588" y="923191"/>
                </a:lnTo>
                <a:lnTo>
                  <a:pt x="887039" y="923087"/>
                </a:lnTo>
                <a:lnTo>
                  <a:pt x="888491" y="922957"/>
                </a:lnTo>
                <a:lnTo>
                  <a:pt x="889943" y="922292"/>
                </a:lnTo>
                <a:lnTo>
                  <a:pt x="891395" y="920655"/>
                </a:lnTo>
                <a:lnTo>
                  <a:pt x="892847" y="918878"/>
                </a:lnTo>
                <a:lnTo>
                  <a:pt x="894298" y="916494"/>
                </a:lnTo>
                <a:lnTo>
                  <a:pt x="895750" y="915504"/>
                </a:lnTo>
                <a:lnTo>
                  <a:pt x="897202" y="915111"/>
                </a:lnTo>
                <a:lnTo>
                  <a:pt x="898654" y="914662"/>
                </a:lnTo>
                <a:lnTo>
                  <a:pt x="900106" y="914586"/>
                </a:lnTo>
                <a:lnTo>
                  <a:pt x="901557" y="914351"/>
                </a:lnTo>
                <a:lnTo>
                  <a:pt x="903009" y="914209"/>
                </a:lnTo>
                <a:lnTo>
                  <a:pt x="904461" y="912551"/>
                </a:lnTo>
                <a:lnTo>
                  <a:pt x="905913" y="912364"/>
                </a:lnTo>
                <a:lnTo>
                  <a:pt x="907364" y="910768"/>
                </a:lnTo>
                <a:lnTo>
                  <a:pt x="908816" y="909947"/>
                </a:lnTo>
                <a:lnTo>
                  <a:pt x="910268" y="909539"/>
                </a:lnTo>
                <a:lnTo>
                  <a:pt x="911720" y="908470"/>
                </a:lnTo>
                <a:lnTo>
                  <a:pt x="913172" y="907826"/>
                </a:lnTo>
                <a:lnTo>
                  <a:pt x="914623" y="907590"/>
                </a:lnTo>
                <a:lnTo>
                  <a:pt x="916075" y="907571"/>
                </a:lnTo>
                <a:lnTo>
                  <a:pt x="917527" y="906065"/>
                </a:lnTo>
                <a:lnTo>
                  <a:pt x="918979" y="905453"/>
                </a:lnTo>
                <a:lnTo>
                  <a:pt x="920430" y="904455"/>
                </a:lnTo>
                <a:lnTo>
                  <a:pt x="921882" y="904248"/>
                </a:lnTo>
                <a:lnTo>
                  <a:pt x="923334" y="903944"/>
                </a:lnTo>
                <a:lnTo>
                  <a:pt x="924786" y="903198"/>
                </a:lnTo>
                <a:lnTo>
                  <a:pt x="926238" y="902447"/>
                </a:lnTo>
                <a:lnTo>
                  <a:pt x="927689" y="902029"/>
                </a:lnTo>
                <a:lnTo>
                  <a:pt x="929141" y="900710"/>
                </a:lnTo>
                <a:lnTo>
                  <a:pt x="930593" y="900334"/>
                </a:lnTo>
                <a:lnTo>
                  <a:pt x="932045" y="900245"/>
                </a:lnTo>
                <a:lnTo>
                  <a:pt x="933497" y="899220"/>
                </a:lnTo>
                <a:lnTo>
                  <a:pt x="934948" y="897988"/>
                </a:lnTo>
                <a:lnTo>
                  <a:pt x="936400" y="897111"/>
                </a:lnTo>
                <a:lnTo>
                  <a:pt x="937852" y="896508"/>
                </a:lnTo>
                <a:lnTo>
                  <a:pt x="939304" y="895676"/>
                </a:lnTo>
                <a:lnTo>
                  <a:pt x="940755" y="895619"/>
                </a:lnTo>
                <a:lnTo>
                  <a:pt x="942207" y="894495"/>
                </a:lnTo>
                <a:lnTo>
                  <a:pt x="943659" y="894276"/>
                </a:lnTo>
                <a:lnTo>
                  <a:pt x="945111" y="894105"/>
                </a:lnTo>
                <a:lnTo>
                  <a:pt x="946563" y="892768"/>
                </a:lnTo>
                <a:lnTo>
                  <a:pt x="948014" y="890973"/>
                </a:lnTo>
                <a:lnTo>
                  <a:pt x="949466" y="890914"/>
                </a:lnTo>
                <a:lnTo>
                  <a:pt x="950918" y="890632"/>
                </a:lnTo>
                <a:lnTo>
                  <a:pt x="952370" y="890465"/>
                </a:lnTo>
                <a:lnTo>
                  <a:pt x="953821" y="887493"/>
                </a:lnTo>
                <a:lnTo>
                  <a:pt x="955273" y="887270"/>
                </a:lnTo>
                <a:lnTo>
                  <a:pt x="956725" y="885342"/>
                </a:lnTo>
                <a:lnTo>
                  <a:pt x="958177" y="883492"/>
                </a:lnTo>
                <a:lnTo>
                  <a:pt x="959629" y="883064"/>
                </a:lnTo>
                <a:lnTo>
                  <a:pt x="961080" y="882415"/>
                </a:lnTo>
                <a:lnTo>
                  <a:pt x="962532" y="881099"/>
                </a:lnTo>
                <a:lnTo>
                  <a:pt x="963984" y="880540"/>
                </a:lnTo>
                <a:lnTo>
                  <a:pt x="965436" y="880404"/>
                </a:lnTo>
                <a:lnTo>
                  <a:pt x="966888" y="879893"/>
                </a:lnTo>
                <a:lnTo>
                  <a:pt x="968339" y="879834"/>
                </a:lnTo>
                <a:lnTo>
                  <a:pt x="969791" y="877367"/>
                </a:lnTo>
                <a:lnTo>
                  <a:pt x="971243" y="876940"/>
                </a:lnTo>
                <a:lnTo>
                  <a:pt x="972695" y="875018"/>
                </a:lnTo>
                <a:lnTo>
                  <a:pt x="974146" y="874296"/>
                </a:lnTo>
                <a:lnTo>
                  <a:pt x="975598" y="872372"/>
                </a:lnTo>
                <a:lnTo>
                  <a:pt x="977050" y="870798"/>
                </a:lnTo>
                <a:lnTo>
                  <a:pt x="978502" y="870703"/>
                </a:lnTo>
                <a:lnTo>
                  <a:pt x="979954" y="870415"/>
                </a:lnTo>
                <a:lnTo>
                  <a:pt x="981405" y="867772"/>
                </a:lnTo>
                <a:lnTo>
                  <a:pt x="982857" y="866227"/>
                </a:lnTo>
                <a:lnTo>
                  <a:pt x="984309" y="866115"/>
                </a:lnTo>
                <a:lnTo>
                  <a:pt x="985761" y="864966"/>
                </a:lnTo>
                <a:lnTo>
                  <a:pt x="987213" y="863426"/>
                </a:lnTo>
                <a:lnTo>
                  <a:pt x="988664" y="862628"/>
                </a:lnTo>
                <a:lnTo>
                  <a:pt x="990116" y="862183"/>
                </a:lnTo>
                <a:lnTo>
                  <a:pt x="991568" y="862051"/>
                </a:lnTo>
                <a:lnTo>
                  <a:pt x="993020" y="860139"/>
                </a:lnTo>
                <a:lnTo>
                  <a:pt x="994471" y="859293"/>
                </a:lnTo>
                <a:lnTo>
                  <a:pt x="995923" y="859211"/>
                </a:lnTo>
                <a:lnTo>
                  <a:pt x="997375" y="858789"/>
                </a:lnTo>
                <a:lnTo>
                  <a:pt x="998827" y="857232"/>
                </a:lnTo>
                <a:lnTo>
                  <a:pt x="1000279" y="856812"/>
                </a:lnTo>
                <a:lnTo>
                  <a:pt x="1001730" y="856462"/>
                </a:lnTo>
                <a:lnTo>
                  <a:pt x="1003182" y="855102"/>
                </a:lnTo>
                <a:lnTo>
                  <a:pt x="1004634" y="853655"/>
                </a:lnTo>
                <a:lnTo>
                  <a:pt x="1006086" y="852369"/>
                </a:lnTo>
                <a:lnTo>
                  <a:pt x="1007537" y="851390"/>
                </a:lnTo>
                <a:lnTo>
                  <a:pt x="1008989" y="851352"/>
                </a:lnTo>
                <a:lnTo>
                  <a:pt x="1010441" y="850370"/>
                </a:lnTo>
                <a:lnTo>
                  <a:pt x="1011893" y="850203"/>
                </a:lnTo>
                <a:lnTo>
                  <a:pt x="1013345" y="849991"/>
                </a:lnTo>
                <a:lnTo>
                  <a:pt x="1014796" y="849920"/>
                </a:lnTo>
                <a:lnTo>
                  <a:pt x="1016248" y="849847"/>
                </a:lnTo>
                <a:lnTo>
                  <a:pt x="1017700" y="849522"/>
                </a:lnTo>
                <a:lnTo>
                  <a:pt x="1019152" y="848720"/>
                </a:lnTo>
                <a:lnTo>
                  <a:pt x="1020604" y="847653"/>
                </a:lnTo>
                <a:lnTo>
                  <a:pt x="1022055" y="845892"/>
                </a:lnTo>
                <a:lnTo>
                  <a:pt x="1023507" y="844588"/>
                </a:lnTo>
                <a:lnTo>
                  <a:pt x="1024959" y="844213"/>
                </a:lnTo>
                <a:lnTo>
                  <a:pt x="1026411" y="842775"/>
                </a:lnTo>
                <a:lnTo>
                  <a:pt x="1027862" y="841507"/>
                </a:lnTo>
                <a:lnTo>
                  <a:pt x="1029314" y="840246"/>
                </a:lnTo>
                <a:lnTo>
                  <a:pt x="1030766" y="839079"/>
                </a:lnTo>
                <a:lnTo>
                  <a:pt x="1032218" y="837742"/>
                </a:lnTo>
                <a:lnTo>
                  <a:pt x="1033670" y="837258"/>
                </a:lnTo>
                <a:lnTo>
                  <a:pt x="1035121" y="837210"/>
                </a:lnTo>
                <a:lnTo>
                  <a:pt x="1036573" y="836492"/>
                </a:lnTo>
                <a:lnTo>
                  <a:pt x="1038025" y="835753"/>
                </a:lnTo>
                <a:lnTo>
                  <a:pt x="1039477" y="833818"/>
                </a:lnTo>
                <a:lnTo>
                  <a:pt x="1040928" y="831475"/>
                </a:lnTo>
                <a:lnTo>
                  <a:pt x="1042380" y="831167"/>
                </a:lnTo>
                <a:lnTo>
                  <a:pt x="1043832" y="829932"/>
                </a:lnTo>
                <a:lnTo>
                  <a:pt x="1045284" y="829105"/>
                </a:lnTo>
                <a:lnTo>
                  <a:pt x="1046736" y="829011"/>
                </a:lnTo>
                <a:lnTo>
                  <a:pt x="1048187" y="828492"/>
                </a:lnTo>
                <a:lnTo>
                  <a:pt x="1049639" y="827941"/>
                </a:lnTo>
                <a:lnTo>
                  <a:pt x="1051091" y="824980"/>
                </a:lnTo>
                <a:lnTo>
                  <a:pt x="1052543" y="820441"/>
                </a:lnTo>
                <a:lnTo>
                  <a:pt x="1053995" y="820026"/>
                </a:lnTo>
                <a:lnTo>
                  <a:pt x="1055446" y="819250"/>
                </a:lnTo>
                <a:lnTo>
                  <a:pt x="1056898" y="818979"/>
                </a:lnTo>
                <a:lnTo>
                  <a:pt x="1058350" y="816998"/>
                </a:lnTo>
                <a:lnTo>
                  <a:pt x="1059802" y="815082"/>
                </a:lnTo>
                <a:lnTo>
                  <a:pt x="1061253" y="813210"/>
                </a:lnTo>
                <a:lnTo>
                  <a:pt x="1062705" y="811520"/>
                </a:lnTo>
                <a:lnTo>
                  <a:pt x="1064157" y="808261"/>
                </a:lnTo>
                <a:lnTo>
                  <a:pt x="1065609" y="807970"/>
                </a:lnTo>
                <a:lnTo>
                  <a:pt x="1067061" y="807838"/>
                </a:lnTo>
                <a:lnTo>
                  <a:pt x="1068512" y="806405"/>
                </a:lnTo>
                <a:lnTo>
                  <a:pt x="1069964" y="805165"/>
                </a:lnTo>
                <a:lnTo>
                  <a:pt x="1071416" y="804295"/>
                </a:lnTo>
                <a:lnTo>
                  <a:pt x="1072868" y="801977"/>
                </a:lnTo>
                <a:lnTo>
                  <a:pt x="1074319" y="800948"/>
                </a:lnTo>
                <a:lnTo>
                  <a:pt x="1075771" y="800173"/>
                </a:lnTo>
                <a:lnTo>
                  <a:pt x="1077223" y="797108"/>
                </a:lnTo>
                <a:lnTo>
                  <a:pt x="1078675" y="796842"/>
                </a:lnTo>
                <a:lnTo>
                  <a:pt x="1080127" y="793350"/>
                </a:lnTo>
                <a:lnTo>
                  <a:pt x="1081578" y="792935"/>
                </a:lnTo>
                <a:lnTo>
                  <a:pt x="1083030" y="792521"/>
                </a:lnTo>
                <a:lnTo>
                  <a:pt x="1084482" y="791789"/>
                </a:lnTo>
                <a:lnTo>
                  <a:pt x="1085934" y="790458"/>
                </a:lnTo>
                <a:lnTo>
                  <a:pt x="1087386" y="790453"/>
                </a:lnTo>
                <a:lnTo>
                  <a:pt x="1088837" y="790361"/>
                </a:lnTo>
                <a:lnTo>
                  <a:pt x="1090289" y="789942"/>
                </a:lnTo>
                <a:lnTo>
                  <a:pt x="1091741" y="787422"/>
                </a:lnTo>
                <a:lnTo>
                  <a:pt x="1093193" y="787361"/>
                </a:lnTo>
                <a:lnTo>
                  <a:pt x="1094644" y="786462"/>
                </a:lnTo>
                <a:lnTo>
                  <a:pt x="1096096" y="783757"/>
                </a:lnTo>
                <a:lnTo>
                  <a:pt x="1097548" y="781706"/>
                </a:lnTo>
                <a:lnTo>
                  <a:pt x="1099000" y="780264"/>
                </a:lnTo>
                <a:lnTo>
                  <a:pt x="1100452" y="779815"/>
                </a:lnTo>
                <a:lnTo>
                  <a:pt x="1101903" y="778368"/>
                </a:lnTo>
                <a:lnTo>
                  <a:pt x="1103355" y="777020"/>
                </a:lnTo>
                <a:lnTo>
                  <a:pt x="1104807" y="775724"/>
                </a:lnTo>
                <a:lnTo>
                  <a:pt x="1106259" y="760756"/>
                </a:lnTo>
                <a:lnTo>
                  <a:pt x="1107711" y="740197"/>
                </a:lnTo>
                <a:lnTo>
                  <a:pt x="1109162" y="695141"/>
                </a:lnTo>
                <a:lnTo>
                  <a:pt x="1110614" y="659490"/>
                </a:lnTo>
                <a:lnTo>
                  <a:pt x="1112066" y="627574"/>
                </a:lnTo>
                <a:lnTo>
                  <a:pt x="1113518" y="589975"/>
                </a:lnTo>
                <a:lnTo>
                  <a:pt x="1114969" y="539477"/>
                </a:lnTo>
                <a:lnTo>
                  <a:pt x="1116421" y="479284"/>
                </a:lnTo>
                <a:lnTo>
                  <a:pt x="1117873" y="424945"/>
                </a:lnTo>
                <a:lnTo>
                  <a:pt x="1119325" y="367806"/>
                </a:lnTo>
                <a:lnTo>
                  <a:pt x="1120777" y="287097"/>
                </a:lnTo>
                <a:lnTo>
                  <a:pt x="1122228" y="211267"/>
                </a:lnTo>
                <a:lnTo>
                  <a:pt x="1123680" y="125824"/>
                </a:lnTo>
                <a:lnTo>
                  <a:pt x="1125132" y="11081"/>
                </a:lnTo>
                <a:lnTo>
                  <a:pt x="1126584" y="0"/>
                </a:lnTo>
                <a:lnTo>
                  <a:pt x="1128035" y="71067"/>
                </a:lnTo>
                <a:lnTo>
                  <a:pt x="1129487" y="167510"/>
                </a:lnTo>
                <a:lnTo>
                  <a:pt x="1130939" y="247203"/>
                </a:lnTo>
                <a:lnTo>
                  <a:pt x="1132391" y="326315"/>
                </a:lnTo>
                <a:lnTo>
                  <a:pt x="1133843" y="409597"/>
                </a:lnTo>
                <a:lnTo>
                  <a:pt x="1135294" y="445849"/>
                </a:lnTo>
                <a:lnTo>
                  <a:pt x="1136746" y="524550"/>
                </a:lnTo>
                <a:lnTo>
                  <a:pt x="1138198" y="546466"/>
                </a:lnTo>
                <a:lnTo>
                  <a:pt x="1139650" y="612848"/>
                </a:lnTo>
                <a:lnTo>
                  <a:pt x="1141102" y="645496"/>
                </a:lnTo>
                <a:lnTo>
                  <a:pt x="1142553" y="675513"/>
                </a:lnTo>
                <a:lnTo>
                  <a:pt x="1144005" y="713503"/>
                </a:lnTo>
                <a:lnTo>
                  <a:pt x="1145457" y="753197"/>
                </a:lnTo>
                <a:lnTo>
                  <a:pt x="1146909" y="774775"/>
                </a:lnTo>
                <a:lnTo>
                  <a:pt x="1148360" y="775724"/>
                </a:lnTo>
                <a:lnTo>
                  <a:pt x="1149812" y="807737"/>
                </a:lnTo>
                <a:lnTo>
                  <a:pt x="1151264" y="839079"/>
                </a:lnTo>
                <a:lnTo>
                  <a:pt x="1152716" y="840246"/>
                </a:lnTo>
                <a:lnTo>
                  <a:pt x="1154168" y="853655"/>
                </a:lnTo>
                <a:lnTo>
                  <a:pt x="1155619" y="870415"/>
                </a:lnTo>
                <a:lnTo>
                  <a:pt x="1157071" y="887270"/>
                </a:lnTo>
                <a:lnTo>
                  <a:pt x="1158523" y="900676"/>
                </a:lnTo>
                <a:lnTo>
                  <a:pt x="1159975" y="912364"/>
                </a:lnTo>
                <a:lnTo>
                  <a:pt x="1161426" y="926335"/>
                </a:lnTo>
                <a:lnTo>
                  <a:pt x="1162878" y="937742"/>
                </a:lnTo>
                <a:lnTo>
                  <a:pt x="1164330" y="946203"/>
                </a:lnTo>
                <a:lnTo>
                  <a:pt x="1165782" y="956693"/>
                </a:lnTo>
                <a:lnTo>
                  <a:pt x="1167234" y="965242"/>
                </a:lnTo>
                <a:lnTo>
                  <a:pt x="1168685" y="974460"/>
                </a:lnTo>
                <a:lnTo>
                  <a:pt x="1170137" y="982118"/>
                </a:lnTo>
                <a:lnTo>
                  <a:pt x="1171589" y="986379"/>
                </a:lnTo>
                <a:lnTo>
                  <a:pt x="1173041" y="991624"/>
                </a:lnTo>
                <a:lnTo>
                  <a:pt x="1174493" y="992290"/>
                </a:lnTo>
                <a:lnTo>
                  <a:pt x="1175944" y="997808"/>
                </a:lnTo>
                <a:lnTo>
                  <a:pt x="1177396" y="1002437"/>
                </a:lnTo>
                <a:lnTo>
                  <a:pt x="1178848" y="1008356"/>
                </a:lnTo>
                <a:lnTo>
                  <a:pt x="1180300" y="1014160"/>
                </a:lnTo>
                <a:lnTo>
                  <a:pt x="1181751" y="1018448"/>
                </a:lnTo>
                <a:lnTo>
                  <a:pt x="1183203" y="1024043"/>
                </a:lnTo>
                <a:lnTo>
                  <a:pt x="1184655" y="1027206"/>
                </a:lnTo>
                <a:lnTo>
                  <a:pt x="1186107" y="1029556"/>
                </a:lnTo>
                <a:lnTo>
                  <a:pt x="1187559" y="1034207"/>
                </a:lnTo>
                <a:lnTo>
                  <a:pt x="1189010" y="1034734"/>
                </a:lnTo>
                <a:lnTo>
                  <a:pt x="1190462" y="1036208"/>
                </a:lnTo>
                <a:lnTo>
                  <a:pt x="1191914" y="1037998"/>
                </a:lnTo>
                <a:lnTo>
                  <a:pt x="1193366" y="1039959"/>
                </a:lnTo>
                <a:lnTo>
                  <a:pt x="1194817" y="1041304"/>
                </a:lnTo>
                <a:lnTo>
                  <a:pt x="1196269" y="1042785"/>
                </a:lnTo>
                <a:lnTo>
                  <a:pt x="1197721" y="1043874"/>
                </a:lnTo>
                <a:lnTo>
                  <a:pt x="1199173" y="1045149"/>
                </a:lnTo>
                <a:lnTo>
                  <a:pt x="1200625" y="1046644"/>
                </a:lnTo>
                <a:lnTo>
                  <a:pt x="1202076" y="1047476"/>
                </a:lnTo>
                <a:lnTo>
                  <a:pt x="1203528" y="1048365"/>
                </a:lnTo>
                <a:lnTo>
                  <a:pt x="1204980" y="1049442"/>
                </a:lnTo>
                <a:lnTo>
                  <a:pt x="1206432" y="1050058"/>
                </a:lnTo>
                <a:lnTo>
                  <a:pt x="1207884" y="1050894"/>
                </a:lnTo>
                <a:lnTo>
                  <a:pt x="1209335" y="1051381"/>
                </a:lnTo>
                <a:lnTo>
                  <a:pt x="1210787" y="1051880"/>
                </a:lnTo>
                <a:lnTo>
                  <a:pt x="1212239" y="1052320"/>
                </a:lnTo>
                <a:lnTo>
                  <a:pt x="1213691" y="1052791"/>
                </a:lnTo>
                <a:lnTo>
                  <a:pt x="1215142" y="1053122"/>
                </a:lnTo>
                <a:lnTo>
                  <a:pt x="1216594" y="1053399"/>
                </a:lnTo>
                <a:lnTo>
                  <a:pt x="1218046" y="1053705"/>
                </a:lnTo>
                <a:lnTo>
                  <a:pt x="1219498" y="1053907"/>
                </a:lnTo>
                <a:lnTo>
                  <a:pt x="1220950" y="1054062"/>
                </a:lnTo>
                <a:lnTo>
                  <a:pt x="1222401" y="1054904"/>
                </a:lnTo>
                <a:lnTo>
                  <a:pt x="1223853" y="1054065"/>
                </a:lnTo>
                <a:lnTo>
                  <a:pt x="1225305" y="1053841"/>
                </a:lnTo>
                <a:lnTo>
                  <a:pt x="1226757" y="1053396"/>
                </a:lnTo>
                <a:lnTo>
                  <a:pt x="1228209" y="1052734"/>
                </a:lnTo>
                <a:lnTo>
                  <a:pt x="1229660" y="1051967"/>
                </a:lnTo>
                <a:lnTo>
                  <a:pt x="1231112" y="1051833"/>
                </a:lnTo>
                <a:lnTo>
                  <a:pt x="1232564" y="1051588"/>
                </a:lnTo>
                <a:lnTo>
                  <a:pt x="1234016" y="1050877"/>
                </a:lnTo>
                <a:lnTo>
                  <a:pt x="1235467" y="1049742"/>
                </a:lnTo>
                <a:lnTo>
                  <a:pt x="1236919" y="1048519"/>
                </a:lnTo>
                <a:lnTo>
                  <a:pt x="1238371" y="1046902"/>
                </a:lnTo>
                <a:lnTo>
                  <a:pt x="1239823" y="1046279"/>
                </a:lnTo>
                <a:lnTo>
                  <a:pt x="1241275" y="1041971"/>
                </a:lnTo>
                <a:lnTo>
                  <a:pt x="1242726" y="1039572"/>
                </a:lnTo>
                <a:lnTo>
                  <a:pt x="1244178" y="1038308"/>
                </a:lnTo>
                <a:lnTo>
                  <a:pt x="1245630" y="1032061"/>
                </a:lnTo>
                <a:lnTo>
                  <a:pt x="1247082" y="1025779"/>
                </a:lnTo>
                <a:lnTo>
                  <a:pt x="1248533" y="1023284"/>
                </a:lnTo>
                <a:lnTo>
                  <a:pt x="1249985" y="1011328"/>
                </a:lnTo>
                <a:lnTo>
                  <a:pt x="1251437" y="1007642"/>
                </a:lnTo>
                <a:lnTo>
                  <a:pt x="1252889" y="994775"/>
                </a:lnTo>
                <a:lnTo>
                  <a:pt x="1254341" y="989760"/>
                </a:lnTo>
                <a:lnTo>
                  <a:pt x="1255792" y="999413"/>
                </a:lnTo>
                <a:lnTo>
                  <a:pt x="1257244" y="1011290"/>
                </a:lnTo>
                <a:lnTo>
                  <a:pt x="1258696" y="1020638"/>
                </a:lnTo>
                <a:lnTo>
                  <a:pt x="1260148" y="1025726"/>
                </a:lnTo>
                <a:lnTo>
                  <a:pt x="1261600" y="1031985"/>
                </a:lnTo>
                <a:lnTo>
                  <a:pt x="1263051" y="1036918"/>
                </a:lnTo>
                <a:lnTo>
                  <a:pt x="1264503" y="1038376"/>
                </a:lnTo>
                <a:lnTo>
                  <a:pt x="1265955" y="1041859"/>
                </a:lnTo>
                <a:lnTo>
                  <a:pt x="1267407" y="1046113"/>
                </a:lnTo>
                <a:lnTo>
                  <a:pt x="1268858" y="1046348"/>
                </a:lnTo>
                <a:lnTo>
                  <a:pt x="1270310" y="1046990"/>
                </a:lnTo>
                <a:lnTo>
                  <a:pt x="1271762" y="1048745"/>
                </a:lnTo>
                <a:lnTo>
                  <a:pt x="1273214" y="1050378"/>
                </a:lnTo>
                <a:lnTo>
                  <a:pt x="1274666" y="1051394"/>
                </a:lnTo>
                <a:lnTo>
                  <a:pt x="1276117" y="1051770"/>
                </a:lnTo>
                <a:lnTo>
                  <a:pt x="1277569" y="1054904"/>
                </a:lnTo>
                <a:lnTo>
                  <a:pt x="1279021" y="1051880"/>
                </a:lnTo>
                <a:lnTo>
                  <a:pt x="1280473" y="1051593"/>
                </a:lnTo>
                <a:lnTo>
                  <a:pt x="1281924" y="1051519"/>
                </a:lnTo>
                <a:lnTo>
                  <a:pt x="1283376" y="1051474"/>
                </a:lnTo>
                <a:lnTo>
                  <a:pt x="1284828" y="1051269"/>
                </a:lnTo>
                <a:lnTo>
                  <a:pt x="1286280" y="1051262"/>
                </a:lnTo>
                <a:lnTo>
                  <a:pt x="1287732" y="1051199"/>
                </a:lnTo>
                <a:lnTo>
                  <a:pt x="1289183" y="1051122"/>
                </a:lnTo>
                <a:lnTo>
                  <a:pt x="1290635" y="1050858"/>
                </a:lnTo>
                <a:lnTo>
                  <a:pt x="1292087" y="1050777"/>
                </a:lnTo>
                <a:lnTo>
                  <a:pt x="1293539" y="1050606"/>
                </a:lnTo>
                <a:lnTo>
                  <a:pt x="1294991" y="1050442"/>
                </a:lnTo>
                <a:lnTo>
                  <a:pt x="1296442" y="1050344"/>
                </a:lnTo>
                <a:lnTo>
                  <a:pt x="1297894" y="1050145"/>
                </a:lnTo>
                <a:lnTo>
                  <a:pt x="1299346" y="1049907"/>
                </a:lnTo>
                <a:lnTo>
                  <a:pt x="1300798" y="1049380"/>
                </a:lnTo>
                <a:lnTo>
                  <a:pt x="1302249" y="1049295"/>
                </a:lnTo>
                <a:lnTo>
                  <a:pt x="1303701" y="1049194"/>
                </a:lnTo>
                <a:lnTo>
                  <a:pt x="1305153" y="1049095"/>
                </a:lnTo>
                <a:lnTo>
                  <a:pt x="1306605" y="1048155"/>
                </a:lnTo>
                <a:lnTo>
                  <a:pt x="1308057" y="1047970"/>
                </a:lnTo>
                <a:lnTo>
                  <a:pt x="1309508" y="1047796"/>
                </a:lnTo>
                <a:lnTo>
                  <a:pt x="1310960" y="1047775"/>
                </a:lnTo>
                <a:lnTo>
                  <a:pt x="1312412" y="1047724"/>
                </a:lnTo>
                <a:lnTo>
                  <a:pt x="1313864" y="1047327"/>
                </a:lnTo>
                <a:lnTo>
                  <a:pt x="1315315" y="1047191"/>
                </a:lnTo>
                <a:lnTo>
                  <a:pt x="1316767" y="1046694"/>
                </a:lnTo>
                <a:lnTo>
                  <a:pt x="1318219" y="1046634"/>
                </a:lnTo>
                <a:lnTo>
                  <a:pt x="1319671" y="1046179"/>
                </a:lnTo>
                <a:lnTo>
                  <a:pt x="1321123" y="1046101"/>
                </a:lnTo>
                <a:lnTo>
                  <a:pt x="1322574" y="1045516"/>
                </a:lnTo>
                <a:lnTo>
                  <a:pt x="1324026" y="1045058"/>
                </a:lnTo>
                <a:lnTo>
                  <a:pt x="1325478" y="1044920"/>
                </a:lnTo>
                <a:lnTo>
                  <a:pt x="1326930" y="1044229"/>
                </a:lnTo>
                <a:lnTo>
                  <a:pt x="1328382" y="1043413"/>
                </a:lnTo>
                <a:lnTo>
                  <a:pt x="1329833" y="1043167"/>
                </a:lnTo>
                <a:lnTo>
                  <a:pt x="1331285" y="1042695"/>
                </a:lnTo>
                <a:lnTo>
                  <a:pt x="1332737" y="1042580"/>
                </a:lnTo>
                <a:lnTo>
                  <a:pt x="1334189" y="1042324"/>
                </a:lnTo>
                <a:lnTo>
                  <a:pt x="1335640" y="1042103"/>
                </a:lnTo>
                <a:lnTo>
                  <a:pt x="1337092" y="1041245"/>
                </a:lnTo>
                <a:lnTo>
                  <a:pt x="1338544" y="1041034"/>
                </a:lnTo>
                <a:lnTo>
                  <a:pt x="1339996" y="1040736"/>
                </a:lnTo>
                <a:lnTo>
                  <a:pt x="1341448" y="1040260"/>
                </a:lnTo>
                <a:lnTo>
                  <a:pt x="1342899" y="1040019"/>
                </a:lnTo>
                <a:lnTo>
                  <a:pt x="1344351" y="1039393"/>
                </a:lnTo>
                <a:lnTo>
                  <a:pt x="1345803" y="1038724"/>
                </a:lnTo>
                <a:lnTo>
                  <a:pt x="1347255" y="1037978"/>
                </a:lnTo>
                <a:lnTo>
                  <a:pt x="1348706" y="1036614"/>
                </a:lnTo>
                <a:lnTo>
                  <a:pt x="1350158" y="1036053"/>
                </a:lnTo>
                <a:lnTo>
                  <a:pt x="1351610" y="1035837"/>
                </a:lnTo>
                <a:lnTo>
                  <a:pt x="1353062" y="1035560"/>
                </a:lnTo>
                <a:lnTo>
                  <a:pt x="1354514" y="1034973"/>
                </a:lnTo>
                <a:lnTo>
                  <a:pt x="1355965" y="1034444"/>
                </a:lnTo>
                <a:lnTo>
                  <a:pt x="1357417" y="1034105"/>
                </a:lnTo>
                <a:lnTo>
                  <a:pt x="1358869" y="1033244"/>
                </a:lnTo>
                <a:lnTo>
                  <a:pt x="1360321" y="1032922"/>
                </a:lnTo>
                <a:lnTo>
                  <a:pt x="1361773" y="1031993"/>
                </a:lnTo>
                <a:lnTo>
                  <a:pt x="1363224" y="1031528"/>
                </a:lnTo>
                <a:lnTo>
                  <a:pt x="1364676" y="1030148"/>
                </a:lnTo>
                <a:lnTo>
                  <a:pt x="1366128" y="1024154"/>
                </a:lnTo>
                <a:lnTo>
                  <a:pt x="1367580" y="1016477"/>
                </a:lnTo>
                <a:lnTo>
                  <a:pt x="1369031" y="1009542"/>
                </a:lnTo>
                <a:lnTo>
                  <a:pt x="1370483" y="997737"/>
                </a:lnTo>
                <a:lnTo>
                  <a:pt x="1371935" y="984367"/>
                </a:lnTo>
                <a:lnTo>
                  <a:pt x="1373387" y="970403"/>
                </a:lnTo>
                <a:lnTo>
                  <a:pt x="1374839" y="967421"/>
                </a:lnTo>
                <a:lnTo>
                  <a:pt x="1376290" y="976890"/>
                </a:lnTo>
                <a:lnTo>
                  <a:pt x="1377742" y="993380"/>
                </a:lnTo>
                <a:lnTo>
                  <a:pt x="1379194" y="1003744"/>
                </a:lnTo>
                <a:lnTo>
                  <a:pt x="1380646" y="1013746"/>
                </a:lnTo>
                <a:lnTo>
                  <a:pt x="1382098" y="1020537"/>
                </a:lnTo>
                <a:lnTo>
                  <a:pt x="1383549" y="1025846"/>
                </a:lnTo>
                <a:lnTo>
                  <a:pt x="1385001" y="1031368"/>
                </a:lnTo>
                <a:lnTo>
                  <a:pt x="1386453" y="1031368"/>
                </a:lnTo>
                <a:lnTo>
                  <a:pt x="1387905" y="1031368"/>
                </a:lnTo>
                <a:lnTo>
                  <a:pt x="1389356" y="1031368"/>
                </a:lnTo>
                <a:lnTo>
                  <a:pt x="1390808" y="1031368"/>
                </a:lnTo>
                <a:lnTo>
                  <a:pt x="1392260" y="1031369"/>
                </a:lnTo>
                <a:lnTo>
                  <a:pt x="1393712" y="1031369"/>
                </a:lnTo>
                <a:lnTo>
                  <a:pt x="1395164" y="1031369"/>
                </a:lnTo>
                <a:lnTo>
                  <a:pt x="1396615" y="1031369"/>
                </a:lnTo>
                <a:lnTo>
                  <a:pt x="1398067" y="1031369"/>
                </a:lnTo>
                <a:lnTo>
                  <a:pt x="1399519" y="1031370"/>
                </a:lnTo>
                <a:lnTo>
                  <a:pt x="1400971" y="1031370"/>
                </a:lnTo>
                <a:lnTo>
                  <a:pt x="1402422" y="1031371"/>
                </a:lnTo>
                <a:lnTo>
                  <a:pt x="1403874" y="1031371"/>
                </a:lnTo>
                <a:lnTo>
                  <a:pt x="1405326" y="1031371"/>
                </a:lnTo>
                <a:lnTo>
                  <a:pt x="1406778" y="1031372"/>
                </a:lnTo>
                <a:lnTo>
                  <a:pt x="1408230" y="1031373"/>
                </a:lnTo>
                <a:lnTo>
                  <a:pt x="1409681" y="1031373"/>
                </a:lnTo>
                <a:lnTo>
                  <a:pt x="1411133" y="1031374"/>
                </a:lnTo>
                <a:lnTo>
                  <a:pt x="1412585" y="1031374"/>
                </a:lnTo>
                <a:lnTo>
                  <a:pt x="1414037" y="1031375"/>
                </a:lnTo>
                <a:lnTo>
                  <a:pt x="1415489" y="1031376"/>
                </a:lnTo>
                <a:lnTo>
                  <a:pt x="1416940" y="1031376"/>
                </a:lnTo>
                <a:lnTo>
                  <a:pt x="1418392" y="1031377"/>
                </a:lnTo>
                <a:lnTo>
                  <a:pt x="1419844" y="1031378"/>
                </a:lnTo>
                <a:lnTo>
                  <a:pt x="1421296" y="1031379"/>
                </a:lnTo>
                <a:lnTo>
                  <a:pt x="1422747" y="1031380"/>
                </a:lnTo>
                <a:lnTo>
                  <a:pt x="1424199" y="1031381"/>
                </a:lnTo>
                <a:lnTo>
                  <a:pt x="1425651" y="1031382"/>
                </a:lnTo>
                <a:lnTo>
                  <a:pt x="1427103" y="1031383"/>
                </a:lnTo>
                <a:lnTo>
                  <a:pt x="1428555" y="1031384"/>
                </a:lnTo>
                <a:lnTo>
                  <a:pt x="1430006" y="1031385"/>
                </a:lnTo>
                <a:lnTo>
                  <a:pt x="1431458" y="1031386"/>
                </a:lnTo>
                <a:lnTo>
                  <a:pt x="1432910" y="1031387"/>
                </a:lnTo>
                <a:lnTo>
                  <a:pt x="1434362" y="1031388"/>
                </a:lnTo>
                <a:lnTo>
                  <a:pt x="1435813" y="1031389"/>
                </a:lnTo>
                <a:lnTo>
                  <a:pt x="1437265" y="1031390"/>
                </a:lnTo>
                <a:lnTo>
                  <a:pt x="1438717" y="1031392"/>
                </a:lnTo>
                <a:lnTo>
                  <a:pt x="1440169" y="1031393"/>
                </a:lnTo>
                <a:lnTo>
                  <a:pt x="1441621" y="1031394"/>
                </a:lnTo>
                <a:lnTo>
                  <a:pt x="1443072" y="1031396"/>
                </a:lnTo>
                <a:lnTo>
                  <a:pt x="1444524" y="1031397"/>
                </a:lnTo>
                <a:lnTo>
                  <a:pt x="1445976" y="1031399"/>
                </a:lnTo>
                <a:lnTo>
                  <a:pt x="1447428" y="1031400"/>
                </a:lnTo>
                <a:lnTo>
                  <a:pt x="1448880" y="1031402"/>
                </a:lnTo>
                <a:lnTo>
                  <a:pt x="1450331" y="1031403"/>
                </a:lnTo>
                <a:lnTo>
                  <a:pt x="1451783" y="1031405"/>
                </a:lnTo>
                <a:lnTo>
                  <a:pt x="1453235" y="1031406"/>
                </a:lnTo>
                <a:lnTo>
                  <a:pt x="1454687" y="1031408"/>
                </a:lnTo>
                <a:lnTo>
                  <a:pt x="1456138" y="1031410"/>
                </a:lnTo>
                <a:lnTo>
                  <a:pt x="1457590" y="1031411"/>
                </a:lnTo>
                <a:lnTo>
                  <a:pt x="1459042" y="1031413"/>
                </a:lnTo>
                <a:lnTo>
                  <a:pt x="1460494" y="1031415"/>
                </a:lnTo>
                <a:lnTo>
                  <a:pt x="1461946" y="1031417"/>
                </a:lnTo>
                <a:lnTo>
                  <a:pt x="1463397" y="1031418"/>
                </a:lnTo>
                <a:lnTo>
                  <a:pt x="1464849" y="1031420"/>
                </a:lnTo>
                <a:lnTo>
                  <a:pt x="1466301" y="1031422"/>
                </a:lnTo>
                <a:lnTo>
                  <a:pt x="1467753" y="1031424"/>
                </a:lnTo>
                <a:lnTo>
                  <a:pt x="1469204" y="1031426"/>
                </a:lnTo>
                <a:lnTo>
                  <a:pt x="1470656" y="1031428"/>
                </a:lnTo>
                <a:lnTo>
                  <a:pt x="1472108" y="1031430"/>
                </a:lnTo>
                <a:lnTo>
                  <a:pt x="1473560" y="1031432"/>
                </a:lnTo>
                <a:lnTo>
                  <a:pt x="1475012" y="1031434"/>
                </a:lnTo>
                <a:lnTo>
                  <a:pt x="1476463" y="1031437"/>
                </a:lnTo>
                <a:lnTo>
                  <a:pt x="1477915" y="1031439"/>
                </a:lnTo>
                <a:lnTo>
                  <a:pt x="1479367" y="1031441"/>
                </a:lnTo>
                <a:lnTo>
                  <a:pt x="1480819" y="1031443"/>
                </a:lnTo>
                <a:lnTo>
                  <a:pt x="1482271" y="1031446"/>
                </a:lnTo>
                <a:lnTo>
                  <a:pt x="1483722" y="1031448"/>
                </a:lnTo>
                <a:lnTo>
                  <a:pt x="1485174" y="1031450"/>
                </a:lnTo>
                <a:lnTo>
                  <a:pt x="1486626" y="1031453"/>
                </a:lnTo>
                <a:lnTo>
                  <a:pt x="1488078" y="1054904"/>
                </a:lnTo>
                <a:lnTo>
                  <a:pt x="1489529" y="1031345"/>
                </a:lnTo>
                <a:lnTo>
                  <a:pt x="1490981" y="1031236"/>
                </a:lnTo>
                <a:lnTo>
                  <a:pt x="1492433" y="1031129"/>
                </a:lnTo>
                <a:lnTo>
                  <a:pt x="1493885" y="1031024"/>
                </a:lnTo>
                <a:lnTo>
                  <a:pt x="1495337" y="1030920"/>
                </a:lnTo>
                <a:lnTo>
                  <a:pt x="1496788" y="1030817"/>
                </a:lnTo>
                <a:lnTo>
                  <a:pt x="1498240" y="1030716"/>
                </a:lnTo>
                <a:lnTo>
                  <a:pt x="1499692" y="1030617"/>
                </a:lnTo>
                <a:lnTo>
                  <a:pt x="1501144" y="1030519"/>
                </a:lnTo>
                <a:lnTo>
                  <a:pt x="1502596" y="1030423"/>
                </a:lnTo>
                <a:lnTo>
                  <a:pt x="1504047" y="1030329"/>
                </a:lnTo>
                <a:lnTo>
                  <a:pt x="1505499" y="1030236"/>
                </a:lnTo>
                <a:lnTo>
                  <a:pt x="1506951" y="1030144"/>
                </a:lnTo>
                <a:lnTo>
                  <a:pt x="1508403" y="1030054"/>
                </a:lnTo>
                <a:lnTo>
                  <a:pt x="1509854" y="1029966"/>
                </a:lnTo>
                <a:lnTo>
                  <a:pt x="1511306" y="1029879"/>
                </a:lnTo>
                <a:lnTo>
                  <a:pt x="1512758" y="1029794"/>
                </a:lnTo>
                <a:lnTo>
                  <a:pt x="1514210" y="1029710"/>
                </a:lnTo>
                <a:lnTo>
                  <a:pt x="1515662" y="1029628"/>
                </a:lnTo>
                <a:lnTo>
                  <a:pt x="1517113" y="1029548"/>
                </a:lnTo>
                <a:lnTo>
                  <a:pt x="1518565" y="1029469"/>
                </a:lnTo>
                <a:lnTo>
                  <a:pt x="1520017" y="1029391"/>
                </a:lnTo>
                <a:lnTo>
                  <a:pt x="1521469" y="1029316"/>
                </a:lnTo>
                <a:lnTo>
                  <a:pt x="1522920" y="1029241"/>
                </a:lnTo>
                <a:lnTo>
                  <a:pt x="1524372" y="1029169"/>
                </a:lnTo>
                <a:lnTo>
                  <a:pt x="1525824" y="1029097"/>
                </a:lnTo>
                <a:lnTo>
                  <a:pt x="1527276" y="1029028"/>
                </a:lnTo>
                <a:lnTo>
                  <a:pt x="1528728" y="1028960"/>
                </a:lnTo>
                <a:lnTo>
                  <a:pt x="1530179" y="1028893"/>
                </a:lnTo>
                <a:lnTo>
                  <a:pt x="1531631" y="1028829"/>
                </a:lnTo>
                <a:lnTo>
                  <a:pt x="1533083" y="1028765"/>
                </a:lnTo>
                <a:lnTo>
                  <a:pt x="1534535" y="1028704"/>
                </a:lnTo>
                <a:lnTo>
                  <a:pt x="1535987" y="1028643"/>
                </a:lnTo>
                <a:lnTo>
                  <a:pt x="1537438" y="1028585"/>
                </a:lnTo>
                <a:lnTo>
                  <a:pt x="1538890" y="1028528"/>
                </a:lnTo>
                <a:lnTo>
                  <a:pt x="1540342" y="1028472"/>
                </a:lnTo>
                <a:lnTo>
                  <a:pt x="1541794" y="1028418"/>
                </a:lnTo>
                <a:lnTo>
                  <a:pt x="1543245" y="1028366"/>
                </a:lnTo>
                <a:lnTo>
                  <a:pt x="1544697" y="1028315"/>
                </a:lnTo>
                <a:lnTo>
                  <a:pt x="1546149" y="1028266"/>
                </a:lnTo>
                <a:lnTo>
                  <a:pt x="1547601" y="1028218"/>
                </a:lnTo>
                <a:lnTo>
                  <a:pt x="1549053" y="1028172"/>
                </a:lnTo>
                <a:lnTo>
                  <a:pt x="1550504" y="1028127"/>
                </a:lnTo>
                <a:lnTo>
                  <a:pt x="1551956" y="1028084"/>
                </a:lnTo>
                <a:lnTo>
                  <a:pt x="1553408" y="1028043"/>
                </a:lnTo>
                <a:lnTo>
                  <a:pt x="1554860" y="1028003"/>
                </a:lnTo>
                <a:lnTo>
                  <a:pt x="1556311" y="1027965"/>
                </a:lnTo>
                <a:lnTo>
                  <a:pt x="1557763" y="1027928"/>
                </a:lnTo>
                <a:lnTo>
                  <a:pt x="1559215" y="1027893"/>
                </a:lnTo>
                <a:lnTo>
                  <a:pt x="1560667" y="1027859"/>
                </a:lnTo>
                <a:lnTo>
                  <a:pt x="1562119" y="1027827"/>
                </a:lnTo>
                <a:lnTo>
                  <a:pt x="1563570" y="1027797"/>
                </a:lnTo>
                <a:lnTo>
                  <a:pt x="1565022" y="1027768"/>
                </a:lnTo>
                <a:lnTo>
                  <a:pt x="1566474" y="1027740"/>
                </a:lnTo>
                <a:lnTo>
                  <a:pt x="1567926" y="1027715"/>
                </a:lnTo>
                <a:lnTo>
                  <a:pt x="1569378" y="1027690"/>
                </a:lnTo>
                <a:lnTo>
                  <a:pt x="1570829" y="1027668"/>
                </a:lnTo>
                <a:lnTo>
                  <a:pt x="1572281" y="1027647"/>
                </a:lnTo>
                <a:lnTo>
                  <a:pt x="1573733" y="1027627"/>
                </a:lnTo>
                <a:lnTo>
                  <a:pt x="1575185" y="1027609"/>
                </a:lnTo>
                <a:lnTo>
                  <a:pt x="1576636" y="1027593"/>
                </a:lnTo>
                <a:lnTo>
                  <a:pt x="1578088" y="1027578"/>
                </a:lnTo>
                <a:lnTo>
                  <a:pt x="1579540" y="1027565"/>
                </a:lnTo>
                <a:lnTo>
                  <a:pt x="1580992" y="1027553"/>
                </a:lnTo>
                <a:lnTo>
                  <a:pt x="1582444" y="1027543"/>
                </a:lnTo>
                <a:lnTo>
                  <a:pt x="1583895" y="1027534"/>
                </a:lnTo>
                <a:lnTo>
                  <a:pt x="1585347" y="1027527"/>
                </a:lnTo>
                <a:lnTo>
                  <a:pt x="1586799" y="1027522"/>
                </a:lnTo>
                <a:lnTo>
                  <a:pt x="1588251" y="1027518"/>
                </a:lnTo>
                <a:lnTo>
                  <a:pt x="1589702" y="1027515"/>
                </a:lnTo>
                <a:lnTo>
                  <a:pt x="1591154" y="1027515"/>
                </a:lnTo>
                <a:lnTo>
                  <a:pt x="1592606" y="1026274"/>
                </a:lnTo>
                <a:lnTo>
                  <a:pt x="1594058" y="1029127"/>
                </a:lnTo>
                <a:lnTo>
                  <a:pt x="1595510" y="1031339"/>
                </a:lnTo>
                <a:lnTo>
                  <a:pt x="1596961" y="1031528"/>
                </a:lnTo>
                <a:lnTo>
                  <a:pt x="1598413" y="1051880"/>
                </a:lnTo>
                <a:lnTo>
                  <a:pt x="1599865" y="1051967"/>
                </a:lnTo>
                <a:lnTo>
                  <a:pt x="1601317" y="1054065"/>
                </a:lnTo>
                <a:lnTo>
                  <a:pt x="1602769" y="1054904"/>
                </a:lnTo>
                <a:lnTo>
                  <a:pt x="1604220" y="1054062"/>
                </a:lnTo>
                <a:lnTo>
                  <a:pt x="1605672" y="1053206"/>
                </a:lnTo>
                <a:lnTo>
                  <a:pt x="1607124" y="1051688"/>
                </a:lnTo>
                <a:lnTo>
                  <a:pt x="1608576" y="1049442"/>
                </a:lnTo>
                <a:lnTo>
                  <a:pt x="1610027" y="1045606"/>
                </a:lnTo>
                <a:lnTo>
                  <a:pt x="1611479" y="1040847"/>
                </a:lnTo>
                <a:lnTo>
                  <a:pt x="1612931" y="1034734"/>
                </a:lnTo>
                <a:lnTo>
                  <a:pt x="1614383" y="1034207"/>
                </a:lnTo>
                <a:lnTo>
                  <a:pt x="1615835" y="1016256"/>
                </a:lnTo>
                <a:lnTo>
                  <a:pt x="1617286" y="992290"/>
                </a:lnTo>
                <a:lnTo>
                  <a:pt x="1618738" y="991624"/>
                </a:lnTo>
                <a:lnTo>
                  <a:pt x="1620190" y="970870"/>
                </a:lnTo>
                <a:lnTo>
                  <a:pt x="1621642" y="937742"/>
                </a:lnTo>
                <a:lnTo>
                  <a:pt x="1623094" y="894495"/>
                </a:lnTo>
                <a:lnTo>
                  <a:pt x="1624545" y="840246"/>
                </a:lnTo>
                <a:lnTo>
                  <a:pt x="1625997" y="807100"/>
                </a:lnTo>
                <a:lnTo>
                  <a:pt x="1627449" y="803555"/>
                </a:lnTo>
                <a:lnTo>
                  <a:pt x="1628901" y="830450"/>
                </a:lnTo>
                <a:lnTo>
                  <a:pt x="1630352" y="840246"/>
                </a:lnTo>
                <a:lnTo>
                  <a:pt x="1631804" y="841585"/>
                </a:lnTo>
                <a:lnTo>
                  <a:pt x="1633256" y="842775"/>
                </a:lnTo>
                <a:lnTo>
                  <a:pt x="1634708" y="844588"/>
                </a:lnTo>
                <a:lnTo>
                  <a:pt x="1636160" y="847141"/>
                </a:lnTo>
                <a:lnTo>
                  <a:pt x="1637611" y="848720"/>
                </a:lnTo>
                <a:lnTo>
                  <a:pt x="1639063" y="849522"/>
                </a:lnTo>
                <a:lnTo>
                  <a:pt x="1640515" y="849898"/>
                </a:lnTo>
                <a:lnTo>
                  <a:pt x="1641967" y="849991"/>
                </a:lnTo>
                <a:lnTo>
                  <a:pt x="1643418" y="850203"/>
                </a:lnTo>
                <a:lnTo>
                  <a:pt x="1644870" y="851272"/>
                </a:lnTo>
                <a:lnTo>
                  <a:pt x="1646322" y="851390"/>
                </a:lnTo>
                <a:lnTo>
                  <a:pt x="1647774" y="853655"/>
                </a:lnTo>
                <a:lnTo>
                  <a:pt x="1649226" y="854438"/>
                </a:lnTo>
                <a:lnTo>
                  <a:pt x="1650677" y="856462"/>
                </a:lnTo>
                <a:lnTo>
                  <a:pt x="1652129" y="857232"/>
                </a:lnTo>
                <a:lnTo>
                  <a:pt x="1653581" y="857254"/>
                </a:lnTo>
                <a:lnTo>
                  <a:pt x="1655033" y="859211"/>
                </a:lnTo>
                <a:lnTo>
                  <a:pt x="1656485" y="860139"/>
                </a:lnTo>
                <a:lnTo>
                  <a:pt x="1657936" y="862051"/>
                </a:lnTo>
                <a:lnTo>
                  <a:pt x="1659388" y="862183"/>
                </a:lnTo>
                <a:lnTo>
                  <a:pt x="1660840" y="863426"/>
                </a:lnTo>
                <a:lnTo>
                  <a:pt x="1662292" y="864966"/>
                </a:lnTo>
                <a:lnTo>
                  <a:pt x="1663743" y="866115"/>
                </a:lnTo>
                <a:lnTo>
                  <a:pt x="1665195" y="867772"/>
                </a:lnTo>
                <a:lnTo>
                  <a:pt x="1666647" y="870415"/>
                </a:lnTo>
                <a:lnTo>
                  <a:pt x="1668099" y="870798"/>
                </a:lnTo>
                <a:lnTo>
                  <a:pt x="1669551" y="872372"/>
                </a:lnTo>
                <a:lnTo>
                  <a:pt x="1671002" y="874296"/>
                </a:lnTo>
                <a:lnTo>
                  <a:pt x="1672454" y="876940"/>
                </a:lnTo>
                <a:lnTo>
                  <a:pt x="1673906" y="877367"/>
                </a:lnTo>
                <a:lnTo>
                  <a:pt x="1675358" y="879834"/>
                </a:lnTo>
                <a:lnTo>
                  <a:pt x="1676809" y="880404"/>
                </a:lnTo>
                <a:lnTo>
                  <a:pt x="1678261" y="880645"/>
                </a:lnTo>
                <a:lnTo>
                  <a:pt x="1679713" y="881099"/>
                </a:lnTo>
                <a:lnTo>
                  <a:pt x="1681165" y="883064"/>
                </a:lnTo>
                <a:lnTo>
                  <a:pt x="1682617" y="883492"/>
                </a:lnTo>
                <a:lnTo>
                  <a:pt x="1684068" y="885342"/>
                </a:lnTo>
                <a:lnTo>
                  <a:pt x="1685520" y="887493"/>
                </a:lnTo>
                <a:lnTo>
                  <a:pt x="1686972" y="890465"/>
                </a:lnTo>
                <a:lnTo>
                  <a:pt x="1688424" y="890914"/>
                </a:lnTo>
                <a:lnTo>
                  <a:pt x="1689876" y="890973"/>
                </a:lnTo>
                <a:lnTo>
                  <a:pt x="1691327" y="892768"/>
                </a:lnTo>
                <a:lnTo>
                  <a:pt x="1692779" y="894276"/>
                </a:lnTo>
                <a:lnTo>
                  <a:pt x="1694231" y="894495"/>
                </a:lnTo>
                <a:lnTo>
                  <a:pt x="1695683" y="895619"/>
                </a:lnTo>
                <a:lnTo>
                  <a:pt x="1697134" y="896508"/>
                </a:lnTo>
                <a:lnTo>
                  <a:pt x="1698586" y="897585"/>
                </a:lnTo>
                <a:lnTo>
                  <a:pt x="1700038" y="897988"/>
                </a:lnTo>
                <a:lnTo>
                  <a:pt x="1701490" y="900245"/>
                </a:lnTo>
                <a:lnTo>
                  <a:pt x="1702942" y="900676"/>
                </a:lnTo>
                <a:lnTo>
                  <a:pt x="1704393" y="900710"/>
                </a:lnTo>
                <a:lnTo>
                  <a:pt x="1705845" y="902447"/>
                </a:lnTo>
                <a:lnTo>
                  <a:pt x="1707297" y="903504"/>
                </a:lnTo>
                <a:lnTo>
                  <a:pt x="1708749" y="904248"/>
                </a:lnTo>
                <a:lnTo>
                  <a:pt x="1710200" y="904455"/>
                </a:lnTo>
                <a:lnTo>
                  <a:pt x="1711652" y="905940"/>
                </a:lnTo>
                <a:lnTo>
                  <a:pt x="1713104" y="907571"/>
                </a:lnTo>
                <a:lnTo>
                  <a:pt x="1714556" y="907590"/>
                </a:lnTo>
                <a:lnTo>
                  <a:pt x="1716008" y="907840"/>
                </a:lnTo>
                <a:lnTo>
                  <a:pt x="1717459" y="909539"/>
                </a:lnTo>
                <a:lnTo>
                  <a:pt x="1718911" y="910768"/>
                </a:lnTo>
                <a:lnTo>
                  <a:pt x="1720363" y="912240"/>
                </a:lnTo>
                <a:lnTo>
                  <a:pt x="1721815" y="912551"/>
                </a:lnTo>
                <a:lnTo>
                  <a:pt x="1723267" y="914351"/>
                </a:lnTo>
                <a:lnTo>
                  <a:pt x="1724718" y="914516"/>
                </a:lnTo>
                <a:lnTo>
                  <a:pt x="1726170" y="914662"/>
                </a:lnTo>
                <a:lnTo>
                  <a:pt x="1727622" y="915504"/>
                </a:lnTo>
                <a:lnTo>
                  <a:pt x="1729074" y="916494"/>
                </a:lnTo>
                <a:lnTo>
                  <a:pt x="1730525" y="918878"/>
                </a:lnTo>
                <a:lnTo>
                  <a:pt x="1731977" y="921781"/>
                </a:lnTo>
                <a:lnTo>
                  <a:pt x="1733429" y="922957"/>
                </a:lnTo>
                <a:lnTo>
                  <a:pt x="1734881" y="923087"/>
                </a:lnTo>
                <a:lnTo>
                  <a:pt x="1736333" y="923320"/>
                </a:lnTo>
                <a:lnTo>
                  <a:pt x="1737784" y="924623"/>
                </a:lnTo>
                <a:lnTo>
                  <a:pt x="1739236" y="926335"/>
                </a:lnTo>
                <a:lnTo>
                  <a:pt x="1740688" y="927703"/>
                </a:lnTo>
                <a:lnTo>
                  <a:pt x="1742140" y="928249"/>
                </a:lnTo>
                <a:lnTo>
                  <a:pt x="1743591" y="930540"/>
                </a:lnTo>
                <a:lnTo>
                  <a:pt x="1745043" y="930665"/>
                </a:lnTo>
                <a:lnTo>
                  <a:pt x="1746495" y="931534"/>
                </a:lnTo>
                <a:lnTo>
                  <a:pt x="1747947" y="931773"/>
                </a:lnTo>
                <a:lnTo>
                  <a:pt x="1749399" y="932330"/>
                </a:lnTo>
                <a:lnTo>
                  <a:pt x="1750850" y="932895"/>
                </a:lnTo>
                <a:lnTo>
                  <a:pt x="1752302" y="933349"/>
                </a:lnTo>
                <a:lnTo>
                  <a:pt x="1753754" y="934389"/>
                </a:lnTo>
                <a:lnTo>
                  <a:pt x="1755206" y="936402"/>
                </a:lnTo>
                <a:lnTo>
                  <a:pt x="1756658" y="937289"/>
                </a:lnTo>
                <a:lnTo>
                  <a:pt x="1758109" y="939368"/>
                </a:lnTo>
                <a:lnTo>
                  <a:pt x="1759561" y="940015"/>
                </a:lnTo>
                <a:lnTo>
                  <a:pt x="1761013" y="940174"/>
                </a:lnTo>
                <a:lnTo>
                  <a:pt x="1762465" y="941204"/>
                </a:lnTo>
                <a:lnTo>
                  <a:pt x="1763916" y="941993"/>
                </a:lnTo>
                <a:lnTo>
                  <a:pt x="1765368" y="942371"/>
                </a:lnTo>
                <a:lnTo>
                  <a:pt x="1766820" y="942471"/>
                </a:lnTo>
                <a:lnTo>
                  <a:pt x="1768272" y="942631"/>
                </a:lnTo>
                <a:lnTo>
                  <a:pt x="1769724" y="944039"/>
                </a:lnTo>
                <a:lnTo>
                  <a:pt x="1771175" y="944492"/>
                </a:lnTo>
                <a:lnTo>
                  <a:pt x="1772627" y="945125"/>
                </a:lnTo>
                <a:lnTo>
                  <a:pt x="1774079" y="945691"/>
                </a:lnTo>
                <a:lnTo>
                  <a:pt x="1775531" y="946203"/>
                </a:lnTo>
                <a:lnTo>
                  <a:pt x="1776983" y="948198"/>
                </a:lnTo>
                <a:lnTo>
                  <a:pt x="1778434" y="949580"/>
                </a:lnTo>
                <a:lnTo>
                  <a:pt x="1779886" y="950135"/>
                </a:lnTo>
                <a:lnTo>
                  <a:pt x="1781338" y="950843"/>
                </a:lnTo>
                <a:lnTo>
                  <a:pt x="1782790" y="951815"/>
                </a:lnTo>
                <a:lnTo>
                  <a:pt x="1784241" y="952394"/>
                </a:lnTo>
                <a:lnTo>
                  <a:pt x="1785693" y="952741"/>
                </a:lnTo>
                <a:lnTo>
                  <a:pt x="1787145" y="953928"/>
                </a:lnTo>
                <a:lnTo>
                  <a:pt x="1788597" y="954559"/>
                </a:lnTo>
                <a:lnTo>
                  <a:pt x="1790049" y="955370"/>
                </a:lnTo>
                <a:lnTo>
                  <a:pt x="1791500" y="955374"/>
                </a:lnTo>
                <a:lnTo>
                  <a:pt x="1792952" y="956171"/>
                </a:lnTo>
                <a:lnTo>
                  <a:pt x="1794404" y="957375"/>
                </a:lnTo>
                <a:lnTo>
                  <a:pt x="1795856" y="957487"/>
                </a:lnTo>
                <a:lnTo>
                  <a:pt x="1797307" y="957783"/>
                </a:lnTo>
                <a:lnTo>
                  <a:pt x="1798759" y="959369"/>
                </a:lnTo>
                <a:lnTo>
                  <a:pt x="1800211" y="960502"/>
                </a:lnTo>
                <a:lnTo>
                  <a:pt x="1801663" y="960562"/>
                </a:lnTo>
                <a:lnTo>
                  <a:pt x="1803115" y="961493"/>
                </a:lnTo>
                <a:lnTo>
                  <a:pt x="1804566" y="961944"/>
                </a:lnTo>
                <a:lnTo>
                  <a:pt x="1806018" y="962415"/>
                </a:lnTo>
                <a:lnTo>
                  <a:pt x="1807470" y="962656"/>
                </a:lnTo>
                <a:lnTo>
                  <a:pt x="1808922" y="963898"/>
                </a:lnTo>
                <a:lnTo>
                  <a:pt x="1810374" y="964523"/>
                </a:lnTo>
                <a:lnTo>
                  <a:pt x="1811825" y="965242"/>
                </a:lnTo>
                <a:lnTo>
                  <a:pt x="1813277" y="966505"/>
                </a:lnTo>
                <a:lnTo>
                  <a:pt x="1814729" y="966835"/>
                </a:lnTo>
                <a:lnTo>
                  <a:pt x="1816181" y="969196"/>
                </a:lnTo>
                <a:lnTo>
                  <a:pt x="1817632" y="970484"/>
                </a:lnTo>
                <a:lnTo>
                  <a:pt x="1819084" y="970624"/>
                </a:lnTo>
                <a:lnTo>
                  <a:pt x="1820536" y="970870"/>
                </a:lnTo>
                <a:lnTo>
                  <a:pt x="1821988" y="970968"/>
                </a:lnTo>
                <a:lnTo>
                  <a:pt x="1823440" y="971506"/>
                </a:lnTo>
                <a:lnTo>
                  <a:pt x="1824891" y="972245"/>
                </a:lnTo>
                <a:lnTo>
                  <a:pt x="1826343" y="973513"/>
                </a:lnTo>
                <a:lnTo>
                  <a:pt x="1827795" y="973678"/>
                </a:lnTo>
                <a:lnTo>
                  <a:pt x="1829247" y="974258"/>
                </a:lnTo>
                <a:lnTo>
                  <a:pt x="1830698" y="974516"/>
                </a:lnTo>
                <a:lnTo>
                  <a:pt x="1832150" y="975172"/>
                </a:lnTo>
                <a:lnTo>
                  <a:pt x="1833602" y="975425"/>
                </a:lnTo>
                <a:lnTo>
                  <a:pt x="1835054" y="975977"/>
                </a:lnTo>
                <a:lnTo>
                  <a:pt x="1836506" y="976250"/>
                </a:lnTo>
                <a:lnTo>
                  <a:pt x="1837957" y="978296"/>
                </a:lnTo>
                <a:lnTo>
                  <a:pt x="1839409" y="979370"/>
                </a:lnTo>
                <a:lnTo>
                  <a:pt x="1840861" y="979652"/>
                </a:lnTo>
                <a:lnTo>
                  <a:pt x="1842313" y="979671"/>
                </a:lnTo>
                <a:lnTo>
                  <a:pt x="1843765" y="979928"/>
                </a:lnTo>
                <a:lnTo>
                  <a:pt x="1845216" y="980201"/>
                </a:lnTo>
                <a:lnTo>
                  <a:pt x="1846668" y="980773"/>
                </a:lnTo>
                <a:lnTo>
                  <a:pt x="1848120" y="982118"/>
                </a:lnTo>
                <a:lnTo>
                  <a:pt x="1849572" y="982936"/>
                </a:lnTo>
                <a:lnTo>
                  <a:pt x="1851023" y="983479"/>
                </a:lnTo>
                <a:lnTo>
                  <a:pt x="1852475" y="984159"/>
                </a:lnTo>
                <a:lnTo>
                  <a:pt x="1853927" y="984301"/>
                </a:lnTo>
                <a:lnTo>
                  <a:pt x="1855379" y="984364"/>
                </a:lnTo>
                <a:lnTo>
                  <a:pt x="1856831" y="984383"/>
                </a:lnTo>
                <a:lnTo>
                  <a:pt x="1858282" y="984781"/>
                </a:lnTo>
                <a:lnTo>
                  <a:pt x="1859734" y="984884"/>
                </a:lnTo>
                <a:lnTo>
                  <a:pt x="1861186" y="985486"/>
                </a:lnTo>
                <a:lnTo>
                  <a:pt x="1862638" y="985561"/>
                </a:lnTo>
                <a:lnTo>
                  <a:pt x="1864089" y="985780"/>
                </a:lnTo>
                <a:lnTo>
                  <a:pt x="1865541" y="986300"/>
                </a:lnTo>
                <a:lnTo>
                  <a:pt x="1866993" y="986379"/>
                </a:lnTo>
                <a:lnTo>
                  <a:pt x="1868445" y="987271"/>
                </a:lnTo>
                <a:lnTo>
                  <a:pt x="1869897" y="987544"/>
                </a:lnTo>
                <a:lnTo>
                  <a:pt x="1871348" y="988563"/>
                </a:lnTo>
                <a:lnTo>
                  <a:pt x="1872800" y="988594"/>
                </a:lnTo>
                <a:lnTo>
                  <a:pt x="1874252" y="989326"/>
                </a:lnTo>
                <a:lnTo>
                  <a:pt x="1875704" y="989421"/>
                </a:lnTo>
                <a:lnTo>
                  <a:pt x="1877156" y="989841"/>
                </a:lnTo>
                <a:lnTo>
                  <a:pt x="1878607" y="990179"/>
                </a:lnTo>
                <a:lnTo>
                  <a:pt x="1880059" y="990209"/>
                </a:lnTo>
                <a:lnTo>
                  <a:pt x="1881511" y="990756"/>
                </a:lnTo>
                <a:lnTo>
                  <a:pt x="1882963" y="990771"/>
                </a:lnTo>
                <a:lnTo>
                  <a:pt x="1884414" y="991624"/>
                </a:lnTo>
                <a:lnTo>
                  <a:pt x="1885866" y="992290"/>
                </a:lnTo>
                <a:lnTo>
                  <a:pt x="1887318" y="993106"/>
                </a:lnTo>
                <a:lnTo>
                  <a:pt x="1888770" y="993369"/>
                </a:lnTo>
                <a:lnTo>
                  <a:pt x="1890222" y="993670"/>
                </a:lnTo>
                <a:lnTo>
                  <a:pt x="1891673" y="994203"/>
                </a:lnTo>
                <a:lnTo>
                  <a:pt x="1893125" y="994770"/>
                </a:lnTo>
                <a:lnTo>
                  <a:pt x="1894577" y="995426"/>
                </a:lnTo>
                <a:lnTo>
                  <a:pt x="1896029" y="995916"/>
                </a:lnTo>
                <a:lnTo>
                  <a:pt x="1897481" y="996260"/>
                </a:lnTo>
                <a:lnTo>
                  <a:pt x="1898932" y="996459"/>
                </a:lnTo>
                <a:lnTo>
                  <a:pt x="1900384" y="996531"/>
                </a:lnTo>
                <a:lnTo>
                  <a:pt x="1901836" y="996630"/>
                </a:lnTo>
                <a:lnTo>
                  <a:pt x="1903288" y="997113"/>
                </a:lnTo>
                <a:lnTo>
                  <a:pt x="1904739" y="997282"/>
                </a:lnTo>
                <a:lnTo>
                  <a:pt x="1906191" y="997808"/>
                </a:lnTo>
                <a:lnTo>
                  <a:pt x="1907643" y="998020"/>
                </a:lnTo>
                <a:lnTo>
                  <a:pt x="1909095" y="998222"/>
                </a:lnTo>
                <a:lnTo>
                  <a:pt x="1910547" y="998549"/>
                </a:lnTo>
                <a:lnTo>
                  <a:pt x="1911998" y="998688"/>
                </a:lnTo>
                <a:lnTo>
                  <a:pt x="1913450" y="999551"/>
                </a:lnTo>
                <a:lnTo>
                  <a:pt x="1914902" y="999733"/>
                </a:lnTo>
                <a:lnTo>
                  <a:pt x="1916354" y="999926"/>
                </a:lnTo>
                <a:lnTo>
                  <a:pt x="1917805" y="1000273"/>
                </a:lnTo>
                <a:lnTo>
                  <a:pt x="1919257" y="1000615"/>
                </a:lnTo>
                <a:lnTo>
                  <a:pt x="1920709" y="1000858"/>
                </a:lnTo>
                <a:lnTo>
                  <a:pt x="1922161" y="1001142"/>
                </a:lnTo>
                <a:lnTo>
                  <a:pt x="1923613" y="1002085"/>
                </a:lnTo>
                <a:lnTo>
                  <a:pt x="1925064" y="1002104"/>
                </a:lnTo>
                <a:lnTo>
                  <a:pt x="1926516" y="1002494"/>
                </a:lnTo>
                <a:lnTo>
                  <a:pt x="1927968" y="1002834"/>
                </a:lnTo>
                <a:lnTo>
                  <a:pt x="1929420" y="1003437"/>
                </a:lnTo>
                <a:lnTo>
                  <a:pt x="1930872" y="1004361"/>
                </a:lnTo>
                <a:lnTo>
                  <a:pt x="1932323" y="1004466"/>
                </a:lnTo>
                <a:lnTo>
                  <a:pt x="1933775" y="1005209"/>
                </a:lnTo>
                <a:lnTo>
                  <a:pt x="1935227" y="1005267"/>
                </a:lnTo>
                <a:lnTo>
                  <a:pt x="1936679" y="1005587"/>
                </a:lnTo>
                <a:lnTo>
                  <a:pt x="1938130" y="1006422"/>
                </a:lnTo>
                <a:lnTo>
                  <a:pt x="1939582" y="1007059"/>
                </a:lnTo>
                <a:lnTo>
                  <a:pt x="1941034" y="1007175"/>
                </a:lnTo>
                <a:lnTo>
                  <a:pt x="1942486" y="1007766"/>
                </a:lnTo>
                <a:lnTo>
                  <a:pt x="1943938" y="1007930"/>
                </a:lnTo>
                <a:lnTo>
                  <a:pt x="1945389" y="1007978"/>
                </a:lnTo>
                <a:lnTo>
                  <a:pt x="1946841" y="1008389"/>
                </a:lnTo>
                <a:lnTo>
                  <a:pt x="1948293" y="1008443"/>
                </a:lnTo>
                <a:lnTo>
                  <a:pt x="1949745" y="1008980"/>
                </a:lnTo>
                <a:lnTo>
                  <a:pt x="1951196" y="1009448"/>
                </a:lnTo>
                <a:lnTo>
                  <a:pt x="1952648" y="1009787"/>
                </a:lnTo>
                <a:lnTo>
                  <a:pt x="1954100" y="1009955"/>
                </a:lnTo>
                <a:lnTo>
                  <a:pt x="1955552" y="1010182"/>
                </a:lnTo>
                <a:lnTo>
                  <a:pt x="1957004" y="1011119"/>
                </a:lnTo>
                <a:lnTo>
                  <a:pt x="1958455" y="1011832"/>
                </a:lnTo>
                <a:lnTo>
                  <a:pt x="1959907" y="1013049"/>
                </a:lnTo>
                <a:lnTo>
                  <a:pt x="1961359" y="1013351"/>
                </a:lnTo>
                <a:lnTo>
                  <a:pt x="1962811" y="1013525"/>
                </a:lnTo>
                <a:lnTo>
                  <a:pt x="1964263" y="1013982"/>
                </a:lnTo>
                <a:lnTo>
                  <a:pt x="1965714" y="1014015"/>
                </a:lnTo>
                <a:lnTo>
                  <a:pt x="1967166" y="1014366"/>
                </a:lnTo>
                <a:lnTo>
                  <a:pt x="1968618" y="1014991"/>
                </a:lnTo>
                <a:lnTo>
                  <a:pt x="1970070" y="1015329"/>
                </a:lnTo>
                <a:lnTo>
                  <a:pt x="1971521" y="1015402"/>
                </a:lnTo>
                <a:lnTo>
                  <a:pt x="1972973" y="1015865"/>
                </a:lnTo>
                <a:lnTo>
                  <a:pt x="1974425" y="1016114"/>
                </a:lnTo>
                <a:lnTo>
                  <a:pt x="1975877" y="1016217"/>
                </a:lnTo>
                <a:lnTo>
                  <a:pt x="1977329" y="1016272"/>
                </a:lnTo>
                <a:lnTo>
                  <a:pt x="1978780" y="1016734"/>
                </a:lnTo>
                <a:lnTo>
                  <a:pt x="1980232" y="1017192"/>
                </a:lnTo>
                <a:lnTo>
                  <a:pt x="1981684" y="1017317"/>
                </a:lnTo>
                <a:lnTo>
                  <a:pt x="1983136" y="1018115"/>
                </a:lnTo>
                <a:lnTo>
                  <a:pt x="1984587" y="1018219"/>
                </a:lnTo>
                <a:lnTo>
                  <a:pt x="1986039" y="1018704"/>
                </a:lnTo>
                <a:lnTo>
                  <a:pt x="1987491" y="1018772"/>
                </a:lnTo>
                <a:lnTo>
                  <a:pt x="1988943" y="1019011"/>
                </a:lnTo>
                <a:lnTo>
                  <a:pt x="1990395" y="1019347"/>
                </a:lnTo>
                <a:lnTo>
                  <a:pt x="1991846" y="1019523"/>
                </a:lnTo>
                <a:lnTo>
                  <a:pt x="1993298" y="1020509"/>
                </a:lnTo>
                <a:lnTo>
                  <a:pt x="1994750" y="1021506"/>
                </a:lnTo>
                <a:lnTo>
                  <a:pt x="1996202" y="1022196"/>
                </a:lnTo>
                <a:lnTo>
                  <a:pt x="1997654" y="1022216"/>
                </a:lnTo>
                <a:lnTo>
                  <a:pt x="1999105" y="1022546"/>
                </a:lnTo>
                <a:lnTo>
                  <a:pt x="2000557" y="1022827"/>
                </a:lnTo>
                <a:lnTo>
                  <a:pt x="2002009" y="1023060"/>
                </a:lnTo>
                <a:lnTo>
                  <a:pt x="2003461" y="1023554"/>
                </a:lnTo>
                <a:lnTo>
                  <a:pt x="2004912" y="1024006"/>
                </a:lnTo>
                <a:lnTo>
                  <a:pt x="2006364" y="1024141"/>
                </a:lnTo>
                <a:lnTo>
                  <a:pt x="2007816" y="1024177"/>
                </a:lnTo>
                <a:lnTo>
                  <a:pt x="2009268" y="1024356"/>
                </a:lnTo>
                <a:lnTo>
                  <a:pt x="2010720" y="1024479"/>
                </a:lnTo>
                <a:lnTo>
                  <a:pt x="2012171" y="1024508"/>
                </a:lnTo>
                <a:lnTo>
                  <a:pt x="2013623" y="1025092"/>
                </a:lnTo>
                <a:lnTo>
                  <a:pt x="2015075" y="1025204"/>
                </a:lnTo>
                <a:lnTo>
                  <a:pt x="2016527" y="1025496"/>
                </a:lnTo>
                <a:lnTo>
                  <a:pt x="2017979" y="1025693"/>
                </a:lnTo>
                <a:lnTo>
                  <a:pt x="2019430" y="1025864"/>
                </a:lnTo>
                <a:lnTo>
                  <a:pt x="2020882" y="1026133"/>
                </a:lnTo>
                <a:lnTo>
                  <a:pt x="2022334" y="1026148"/>
                </a:lnTo>
                <a:lnTo>
                  <a:pt x="2023786" y="1026483"/>
                </a:lnTo>
                <a:lnTo>
                  <a:pt x="2025237" y="1026843"/>
                </a:lnTo>
                <a:lnTo>
                  <a:pt x="2026689" y="1027492"/>
                </a:lnTo>
                <a:lnTo>
                  <a:pt x="2028141" y="1027540"/>
                </a:lnTo>
                <a:lnTo>
                  <a:pt x="2029593" y="1027804"/>
                </a:lnTo>
                <a:lnTo>
                  <a:pt x="2031045" y="1028111"/>
                </a:lnTo>
                <a:lnTo>
                  <a:pt x="2032496" y="1028150"/>
                </a:lnTo>
                <a:lnTo>
                  <a:pt x="2033948" y="1028327"/>
                </a:lnTo>
                <a:lnTo>
                  <a:pt x="2035400" y="1028497"/>
                </a:lnTo>
                <a:lnTo>
                  <a:pt x="2036852" y="1028641"/>
                </a:lnTo>
                <a:lnTo>
                  <a:pt x="2038303" y="1028693"/>
                </a:lnTo>
                <a:lnTo>
                  <a:pt x="2039755" y="1028989"/>
                </a:lnTo>
                <a:lnTo>
                  <a:pt x="2041207" y="1029200"/>
                </a:lnTo>
                <a:lnTo>
                  <a:pt x="2042659" y="1029399"/>
                </a:lnTo>
                <a:lnTo>
                  <a:pt x="2044111" y="1029452"/>
                </a:lnTo>
                <a:lnTo>
                  <a:pt x="2045562" y="1029556"/>
                </a:lnTo>
                <a:lnTo>
                  <a:pt x="2047014" y="1030068"/>
                </a:lnTo>
                <a:lnTo>
                  <a:pt x="2048466" y="1030274"/>
                </a:lnTo>
                <a:lnTo>
                  <a:pt x="2049918" y="1030554"/>
                </a:lnTo>
                <a:lnTo>
                  <a:pt x="2051370" y="1030771"/>
                </a:lnTo>
                <a:lnTo>
                  <a:pt x="2052821" y="1030921"/>
                </a:lnTo>
                <a:lnTo>
                  <a:pt x="2054273" y="1031195"/>
                </a:lnTo>
                <a:lnTo>
                  <a:pt x="2055725" y="1031656"/>
                </a:lnTo>
                <a:lnTo>
                  <a:pt x="2057177" y="1031985"/>
                </a:lnTo>
                <a:lnTo>
                  <a:pt x="2058628" y="1032317"/>
                </a:lnTo>
                <a:lnTo>
                  <a:pt x="2060080" y="1032607"/>
                </a:lnTo>
                <a:lnTo>
                  <a:pt x="2061532" y="1032805"/>
                </a:lnTo>
                <a:lnTo>
                  <a:pt x="2062984" y="1033358"/>
                </a:lnTo>
                <a:lnTo>
                  <a:pt x="2064436" y="1033369"/>
                </a:lnTo>
                <a:lnTo>
                  <a:pt x="2065887" y="1034207"/>
                </a:lnTo>
                <a:lnTo>
                  <a:pt x="2067339" y="1250019"/>
                </a:lnTo>
                <a:lnTo>
                  <a:pt x="2068791" y="1032111"/>
                </a:lnTo>
                <a:lnTo>
                  <a:pt x="2070243" y="1030635"/>
                </a:lnTo>
                <a:lnTo>
                  <a:pt x="2071694" y="1026681"/>
                </a:lnTo>
                <a:lnTo>
                  <a:pt x="2073146" y="1021556"/>
                </a:lnTo>
                <a:lnTo>
                  <a:pt x="2074598" y="1017220"/>
                </a:lnTo>
                <a:lnTo>
                  <a:pt x="2076050" y="1011320"/>
                </a:lnTo>
                <a:lnTo>
                  <a:pt x="2077502" y="1005449"/>
                </a:lnTo>
                <a:lnTo>
                  <a:pt x="2078953" y="996529"/>
                </a:lnTo>
                <a:lnTo>
                  <a:pt x="2080405" y="988681"/>
                </a:lnTo>
                <a:lnTo>
                  <a:pt x="2081857" y="972217"/>
                </a:lnTo>
                <a:lnTo>
                  <a:pt x="2083309" y="962911"/>
                </a:lnTo>
                <a:lnTo>
                  <a:pt x="2084761" y="947043"/>
                </a:lnTo>
                <a:lnTo>
                  <a:pt x="2086212" y="925950"/>
                </a:lnTo>
                <a:lnTo>
                  <a:pt x="2087664" y="906238"/>
                </a:lnTo>
                <a:lnTo>
                  <a:pt x="2089116" y="880266"/>
                </a:lnTo>
                <a:lnTo>
                  <a:pt x="2090568" y="843347"/>
                </a:lnTo>
                <a:lnTo>
                  <a:pt x="2092019" y="800003"/>
                </a:lnTo>
                <a:lnTo>
                  <a:pt x="2093471" y="795766"/>
                </a:lnTo>
                <a:lnTo>
                  <a:pt x="2094923" y="816434"/>
                </a:lnTo>
                <a:lnTo>
                  <a:pt x="2096375" y="854990"/>
                </a:lnTo>
                <a:lnTo>
                  <a:pt x="2097827" y="888535"/>
                </a:lnTo>
                <a:lnTo>
                  <a:pt x="2099278" y="916019"/>
                </a:lnTo>
                <a:lnTo>
                  <a:pt x="2100730" y="939494"/>
                </a:lnTo>
                <a:lnTo>
                  <a:pt x="2102182" y="953305"/>
                </a:lnTo>
                <a:lnTo>
                  <a:pt x="2103634" y="966829"/>
                </a:lnTo>
                <a:lnTo>
                  <a:pt x="2105085" y="980220"/>
                </a:lnTo>
                <a:lnTo>
                  <a:pt x="2106537" y="994216"/>
                </a:lnTo>
                <a:lnTo>
                  <a:pt x="2107989" y="1001470"/>
                </a:lnTo>
                <a:lnTo>
                  <a:pt x="2109441" y="1006783"/>
                </a:lnTo>
                <a:lnTo>
                  <a:pt x="2110893" y="1013483"/>
                </a:lnTo>
                <a:lnTo>
                  <a:pt x="2112344" y="1020909"/>
                </a:lnTo>
                <a:lnTo>
                  <a:pt x="2113796" y="1024218"/>
                </a:lnTo>
                <a:lnTo>
                  <a:pt x="2115248" y="1028520"/>
                </a:lnTo>
                <a:lnTo>
                  <a:pt x="2116700" y="1031171"/>
                </a:lnTo>
                <a:lnTo>
                  <a:pt x="2118152" y="1034467"/>
                </a:lnTo>
                <a:lnTo>
                  <a:pt x="2119603" y="1034734"/>
                </a:lnTo>
                <a:lnTo>
                  <a:pt x="2121055" y="1035129"/>
                </a:lnTo>
                <a:lnTo>
                  <a:pt x="2122507" y="1035302"/>
                </a:lnTo>
                <a:lnTo>
                  <a:pt x="2123959" y="1035633"/>
                </a:lnTo>
                <a:lnTo>
                  <a:pt x="2125410" y="1035948"/>
                </a:lnTo>
                <a:lnTo>
                  <a:pt x="2126862" y="1036139"/>
                </a:lnTo>
                <a:lnTo>
                  <a:pt x="2128314" y="1036226"/>
                </a:lnTo>
                <a:lnTo>
                  <a:pt x="2129766" y="1036610"/>
                </a:lnTo>
                <a:lnTo>
                  <a:pt x="2131218" y="1036920"/>
                </a:lnTo>
                <a:lnTo>
                  <a:pt x="2132669" y="1037143"/>
                </a:lnTo>
                <a:lnTo>
                  <a:pt x="2134121" y="1037290"/>
                </a:lnTo>
                <a:lnTo>
                  <a:pt x="2135573" y="1037867"/>
                </a:lnTo>
                <a:lnTo>
                  <a:pt x="2137025" y="1038493"/>
                </a:lnTo>
                <a:lnTo>
                  <a:pt x="2138477" y="1038684"/>
                </a:lnTo>
                <a:lnTo>
                  <a:pt x="2139928" y="1039055"/>
                </a:lnTo>
                <a:lnTo>
                  <a:pt x="2141380" y="1039366"/>
                </a:lnTo>
                <a:lnTo>
                  <a:pt x="2142832" y="1039547"/>
                </a:lnTo>
                <a:lnTo>
                  <a:pt x="2144284" y="1039959"/>
                </a:lnTo>
                <a:lnTo>
                  <a:pt x="2145735" y="1040249"/>
                </a:lnTo>
                <a:lnTo>
                  <a:pt x="2147187" y="1040501"/>
                </a:lnTo>
                <a:lnTo>
                  <a:pt x="2148639" y="1040647"/>
                </a:lnTo>
                <a:lnTo>
                  <a:pt x="2150091" y="1040877"/>
                </a:lnTo>
                <a:lnTo>
                  <a:pt x="2151543" y="1041051"/>
                </a:lnTo>
                <a:lnTo>
                  <a:pt x="2152994" y="1041381"/>
                </a:lnTo>
                <a:lnTo>
                  <a:pt x="2154446" y="1041740"/>
                </a:lnTo>
                <a:lnTo>
                  <a:pt x="2155898" y="1041930"/>
                </a:lnTo>
                <a:lnTo>
                  <a:pt x="2157350" y="1042082"/>
                </a:lnTo>
                <a:lnTo>
                  <a:pt x="2158801" y="1042505"/>
                </a:lnTo>
                <a:lnTo>
                  <a:pt x="2160253" y="1042748"/>
                </a:lnTo>
                <a:lnTo>
                  <a:pt x="2161705" y="1042875"/>
                </a:lnTo>
                <a:lnTo>
                  <a:pt x="2163157" y="1043153"/>
                </a:lnTo>
                <a:lnTo>
                  <a:pt x="2164609" y="1043258"/>
                </a:lnTo>
                <a:lnTo>
                  <a:pt x="2166060" y="1043476"/>
                </a:lnTo>
                <a:lnTo>
                  <a:pt x="2167512" y="1043646"/>
                </a:lnTo>
                <a:lnTo>
                  <a:pt x="2168964" y="1043841"/>
                </a:lnTo>
                <a:lnTo>
                  <a:pt x="2170416" y="1044026"/>
                </a:lnTo>
                <a:lnTo>
                  <a:pt x="2171868" y="1044471"/>
                </a:lnTo>
                <a:lnTo>
                  <a:pt x="2173319" y="1044622"/>
                </a:lnTo>
                <a:lnTo>
                  <a:pt x="2174771" y="1044718"/>
                </a:lnTo>
                <a:lnTo>
                  <a:pt x="2176223" y="1044952"/>
                </a:lnTo>
                <a:lnTo>
                  <a:pt x="2177675" y="1045193"/>
                </a:lnTo>
                <a:lnTo>
                  <a:pt x="2179126" y="1045315"/>
                </a:lnTo>
                <a:lnTo>
                  <a:pt x="2180578" y="1045772"/>
                </a:lnTo>
                <a:lnTo>
                  <a:pt x="2182030" y="1046017"/>
                </a:lnTo>
                <a:lnTo>
                  <a:pt x="2183482" y="1046439"/>
                </a:lnTo>
                <a:lnTo>
                  <a:pt x="2184934" y="1046565"/>
                </a:lnTo>
                <a:lnTo>
                  <a:pt x="2186385" y="1046678"/>
                </a:lnTo>
                <a:lnTo>
                  <a:pt x="2187837" y="1046874"/>
                </a:lnTo>
                <a:lnTo>
                  <a:pt x="2189289" y="1047037"/>
                </a:lnTo>
                <a:lnTo>
                  <a:pt x="2190741" y="1047312"/>
                </a:lnTo>
                <a:lnTo>
                  <a:pt x="2192192" y="1047328"/>
                </a:lnTo>
                <a:lnTo>
                  <a:pt x="2193644" y="1047471"/>
                </a:lnTo>
                <a:lnTo>
                  <a:pt x="2195096" y="1047514"/>
                </a:lnTo>
                <a:lnTo>
                  <a:pt x="2196548" y="1047697"/>
                </a:lnTo>
                <a:lnTo>
                  <a:pt x="2198000" y="1047760"/>
                </a:lnTo>
                <a:lnTo>
                  <a:pt x="2199451" y="1047862"/>
                </a:lnTo>
                <a:lnTo>
                  <a:pt x="2200903" y="1048203"/>
                </a:lnTo>
                <a:lnTo>
                  <a:pt x="2202355" y="1048371"/>
                </a:lnTo>
                <a:lnTo>
                  <a:pt x="2203807" y="1048634"/>
                </a:lnTo>
                <a:lnTo>
                  <a:pt x="2205259" y="1048790"/>
                </a:lnTo>
                <a:lnTo>
                  <a:pt x="2206710" y="1048938"/>
                </a:lnTo>
                <a:lnTo>
                  <a:pt x="2208162" y="1049063"/>
                </a:lnTo>
                <a:lnTo>
                  <a:pt x="2209614" y="1049336"/>
                </a:lnTo>
                <a:lnTo>
                  <a:pt x="2211066" y="1049450"/>
                </a:lnTo>
                <a:lnTo>
                  <a:pt x="2212517" y="1049648"/>
                </a:lnTo>
                <a:lnTo>
                  <a:pt x="2213969" y="1049730"/>
                </a:lnTo>
                <a:lnTo>
                  <a:pt x="2215421" y="1049841"/>
                </a:lnTo>
                <a:lnTo>
                  <a:pt x="2216873" y="1049934"/>
                </a:lnTo>
                <a:lnTo>
                  <a:pt x="2218325" y="1050011"/>
                </a:lnTo>
                <a:lnTo>
                  <a:pt x="2219776" y="1050119"/>
                </a:lnTo>
                <a:lnTo>
                  <a:pt x="2221228" y="1050267"/>
                </a:lnTo>
                <a:lnTo>
                  <a:pt x="2222680" y="1050347"/>
                </a:lnTo>
                <a:lnTo>
                  <a:pt x="2224132" y="1050423"/>
                </a:lnTo>
                <a:lnTo>
                  <a:pt x="2225583" y="1050769"/>
                </a:lnTo>
                <a:lnTo>
                  <a:pt x="2227035" y="1050967"/>
                </a:lnTo>
                <a:lnTo>
                  <a:pt x="2228487" y="1051010"/>
                </a:lnTo>
                <a:lnTo>
                  <a:pt x="2229939" y="1051026"/>
                </a:lnTo>
                <a:lnTo>
                  <a:pt x="2231391" y="1051112"/>
                </a:lnTo>
                <a:lnTo>
                  <a:pt x="2232842" y="1051215"/>
                </a:lnTo>
                <a:lnTo>
                  <a:pt x="2234294" y="1051307"/>
                </a:lnTo>
                <a:lnTo>
                  <a:pt x="2235746" y="1051408"/>
                </a:lnTo>
                <a:lnTo>
                  <a:pt x="2237198" y="1051477"/>
                </a:lnTo>
                <a:lnTo>
                  <a:pt x="2238650" y="1051517"/>
                </a:lnTo>
                <a:lnTo>
                  <a:pt x="2240101" y="1051686"/>
                </a:lnTo>
                <a:lnTo>
                  <a:pt x="2241553" y="1051822"/>
                </a:lnTo>
                <a:lnTo>
                  <a:pt x="2243005" y="1051873"/>
                </a:lnTo>
                <a:lnTo>
                  <a:pt x="2244457" y="1051932"/>
                </a:lnTo>
                <a:lnTo>
                  <a:pt x="2245908" y="1051985"/>
                </a:lnTo>
                <a:lnTo>
                  <a:pt x="2247360" y="1052118"/>
                </a:lnTo>
                <a:lnTo>
                  <a:pt x="2248812" y="1052218"/>
                </a:lnTo>
                <a:lnTo>
                  <a:pt x="2250264" y="1052269"/>
                </a:lnTo>
                <a:lnTo>
                  <a:pt x="2251716" y="1052323"/>
                </a:lnTo>
                <a:lnTo>
                  <a:pt x="2253167" y="1052353"/>
                </a:lnTo>
                <a:lnTo>
                  <a:pt x="2254619" y="1052596"/>
                </a:lnTo>
                <a:lnTo>
                  <a:pt x="2256071" y="1052619"/>
                </a:lnTo>
                <a:lnTo>
                  <a:pt x="2257523" y="1052673"/>
                </a:lnTo>
                <a:lnTo>
                  <a:pt x="2258974" y="1052739"/>
                </a:lnTo>
                <a:lnTo>
                  <a:pt x="2260426" y="1052794"/>
                </a:lnTo>
                <a:lnTo>
                  <a:pt x="2261878" y="1052889"/>
                </a:lnTo>
                <a:lnTo>
                  <a:pt x="2263330" y="1052907"/>
                </a:lnTo>
                <a:lnTo>
                  <a:pt x="2264782" y="1052974"/>
                </a:lnTo>
                <a:lnTo>
                  <a:pt x="2266233" y="1053040"/>
                </a:lnTo>
                <a:lnTo>
                  <a:pt x="2267685" y="1053108"/>
                </a:lnTo>
                <a:lnTo>
                  <a:pt x="2269137" y="1053142"/>
                </a:lnTo>
                <a:lnTo>
                  <a:pt x="2270589" y="1053196"/>
                </a:lnTo>
                <a:lnTo>
                  <a:pt x="2272041" y="1053259"/>
                </a:lnTo>
                <a:lnTo>
                  <a:pt x="2273492" y="1053316"/>
                </a:lnTo>
                <a:lnTo>
                  <a:pt x="2274944" y="1053358"/>
                </a:lnTo>
                <a:lnTo>
                  <a:pt x="2276396" y="1053399"/>
                </a:lnTo>
                <a:lnTo>
                  <a:pt x="2277848" y="1053470"/>
                </a:lnTo>
                <a:lnTo>
                  <a:pt x="2279299" y="1053520"/>
                </a:lnTo>
                <a:lnTo>
                  <a:pt x="2280751" y="1053588"/>
                </a:lnTo>
                <a:lnTo>
                  <a:pt x="2282203" y="1053617"/>
                </a:lnTo>
                <a:lnTo>
                  <a:pt x="2283655" y="1053659"/>
                </a:lnTo>
                <a:lnTo>
                  <a:pt x="2285107" y="1053708"/>
                </a:lnTo>
                <a:lnTo>
                  <a:pt x="2286558" y="1053756"/>
                </a:lnTo>
                <a:lnTo>
                  <a:pt x="2288010" y="1053777"/>
                </a:lnTo>
                <a:lnTo>
                  <a:pt x="2289462" y="1053802"/>
                </a:lnTo>
                <a:lnTo>
                  <a:pt x="2290914" y="1053840"/>
                </a:lnTo>
                <a:lnTo>
                  <a:pt x="2292366" y="1053899"/>
                </a:lnTo>
                <a:lnTo>
                  <a:pt x="2293817" y="1053916"/>
                </a:lnTo>
                <a:lnTo>
                  <a:pt x="2295269" y="1053926"/>
                </a:lnTo>
                <a:lnTo>
                  <a:pt x="2296721" y="1053965"/>
                </a:lnTo>
                <a:lnTo>
                  <a:pt x="2298173" y="1053982"/>
                </a:lnTo>
                <a:lnTo>
                  <a:pt x="2299624" y="1054015"/>
                </a:lnTo>
                <a:lnTo>
                  <a:pt x="2301076" y="1054062"/>
                </a:lnTo>
                <a:lnTo>
                  <a:pt x="2302528" y="1054068"/>
                </a:lnTo>
                <a:lnTo>
                  <a:pt x="2303980" y="1054090"/>
                </a:lnTo>
                <a:lnTo>
                  <a:pt x="2305432" y="1054107"/>
                </a:lnTo>
                <a:lnTo>
                  <a:pt x="2306883" y="1054122"/>
                </a:lnTo>
                <a:lnTo>
                  <a:pt x="2308335" y="1054131"/>
                </a:lnTo>
                <a:lnTo>
                  <a:pt x="2309787" y="1054138"/>
                </a:lnTo>
                <a:lnTo>
                  <a:pt x="2311239" y="1054144"/>
                </a:lnTo>
                <a:lnTo>
                  <a:pt x="2312690" y="1054168"/>
                </a:lnTo>
                <a:lnTo>
                  <a:pt x="2314142" y="1054173"/>
                </a:lnTo>
                <a:lnTo>
                  <a:pt x="2315594" y="1054192"/>
                </a:lnTo>
                <a:lnTo>
                  <a:pt x="2317046" y="1054197"/>
                </a:lnTo>
                <a:lnTo>
                  <a:pt x="2318498" y="1054205"/>
                </a:lnTo>
                <a:lnTo>
                  <a:pt x="2319949" y="1054219"/>
                </a:lnTo>
                <a:lnTo>
                  <a:pt x="2321401" y="1054252"/>
                </a:lnTo>
                <a:lnTo>
                  <a:pt x="2322853" y="1054256"/>
                </a:lnTo>
                <a:lnTo>
                  <a:pt x="2324305" y="1054265"/>
                </a:lnTo>
                <a:lnTo>
                  <a:pt x="2325757" y="1054283"/>
                </a:lnTo>
                <a:lnTo>
                  <a:pt x="2327208" y="1054287"/>
                </a:lnTo>
                <a:lnTo>
                  <a:pt x="2328660" y="1054307"/>
                </a:lnTo>
                <a:lnTo>
                  <a:pt x="2330112" y="1054318"/>
                </a:lnTo>
                <a:lnTo>
                  <a:pt x="2331564" y="1054341"/>
                </a:lnTo>
                <a:lnTo>
                  <a:pt x="2333015" y="1054354"/>
                </a:lnTo>
                <a:lnTo>
                  <a:pt x="2334467" y="1054366"/>
                </a:lnTo>
                <a:lnTo>
                  <a:pt x="2335919" y="1054387"/>
                </a:lnTo>
                <a:lnTo>
                  <a:pt x="2337371" y="1054397"/>
                </a:lnTo>
                <a:lnTo>
                  <a:pt x="2338823" y="1054419"/>
                </a:lnTo>
                <a:lnTo>
                  <a:pt x="2340274" y="1054426"/>
                </a:lnTo>
                <a:lnTo>
                  <a:pt x="2341726" y="1054430"/>
                </a:lnTo>
                <a:lnTo>
                  <a:pt x="2343178" y="1054447"/>
                </a:lnTo>
                <a:lnTo>
                  <a:pt x="2344630" y="1054451"/>
                </a:lnTo>
                <a:lnTo>
                  <a:pt x="2346081" y="1054458"/>
                </a:lnTo>
                <a:lnTo>
                  <a:pt x="2347533" y="1054466"/>
                </a:lnTo>
                <a:lnTo>
                  <a:pt x="2348985" y="1054470"/>
                </a:lnTo>
                <a:lnTo>
                  <a:pt x="2350437" y="1054475"/>
                </a:lnTo>
                <a:lnTo>
                  <a:pt x="2351889" y="1054489"/>
                </a:lnTo>
                <a:lnTo>
                  <a:pt x="2353340" y="1054492"/>
                </a:lnTo>
                <a:lnTo>
                  <a:pt x="2354792" y="1054500"/>
                </a:lnTo>
                <a:lnTo>
                  <a:pt x="2356244" y="1054512"/>
                </a:lnTo>
                <a:lnTo>
                  <a:pt x="2357696" y="1054517"/>
                </a:lnTo>
                <a:lnTo>
                  <a:pt x="2359148" y="1054536"/>
                </a:lnTo>
                <a:lnTo>
                  <a:pt x="2360599" y="1054542"/>
                </a:lnTo>
                <a:lnTo>
                  <a:pt x="2362051" y="1054549"/>
                </a:lnTo>
                <a:lnTo>
                  <a:pt x="2363503" y="1054559"/>
                </a:lnTo>
                <a:lnTo>
                  <a:pt x="2364955" y="1054569"/>
                </a:lnTo>
                <a:lnTo>
                  <a:pt x="2366406" y="1054574"/>
                </a:lnTo>
                <a:lnTo>
                  <a:pt x="2367858" y="1054586"/>
                </a:lnTo>
                <a:lnTo>
                  <a:pt x="2369310" y="1054591"/>
                </a:lnTo>
                <a:lnTo>
                  <a:pt x="2370762" y="1054597"/>
                </a:lnTo>
                <a:lnTo>
                  <a:pt x="2372214" y="1054600"/>
                </a:lnTo>
                <a:lnTo>
                  <a:pt x="2373665" y="1054607"/>
                </a:lnTo>
                <a:lnTo>
                  <a:pt x="2375117" y="1054616"/>
                </a:lnTo>
                <a:lnTo>
                  <a:pt x="2376569" y="1054623"/>
                </a:lnTo>
                <a:lnTo>
                  <a:pt x="2378021" y="1054627"/>
                </a:lnTo>
                <a:lnTo>
                  <a:pt x="2379472" y="1054629"/>
                </a:lnTo>
                <a:lnTo>
                  <a:pt x="2380924" y="1054635"/>
                </a:lnTo>
                <a:lnTo>
                  <a:pt x="2382376" y="1054637"/>
                </a:lnTo>
                <a:lnTo>
                  <a:pt x="2383828" y="1054651"/>
                </a:lnTo>
                <a:lnTo>
                  <a:pt x="2385280" y="1054656"/>
                </a:lnTo>
                <a:lnTo>
                  <a:pt x="2386731" y="1054657"/>
                </a:lnTo>
                <a:lnTo>
                  <a:pt x="2388183" y="1054663"/>
                </a:lnTo>
                <a:lnTo>
                  <a:pt x="2389635" y="1054668"/>
                </a:lnTo>
                <a:lnTo>
                  <a:pt x="2391087" y="1054679"/>
                </a:lnTo>
                <a:lnTo>
                  <a:pt x="2392539" y="1054685"/>
                </a:lnTo>
                <a:lnTo>
                  <a:pt x="2393990" y="1054687"/>
                </a:lnTo>
                <a:lnTo>
                  <a:pt x="2395442" y="1054692"/>
                </a:lnTo>
                <a:lnTo>
                  <a:pt x="2396894" y="1054697"/>
                </a:lnTo>
                <a:lnTo>
                  <a:pt x="2398346" y="1054706"/>
                </a:lnTo>
                <a:lnTo>
                  <a:pt x="2399797" y="1054709"/>
                </a:lnTo>
                <a:lnTo>
                  <a:pt x="2401249" y="1054713"/>
                </a:lnTo>
                <a:lnTo>
                  <a:pt x="2402701" y="1054715"/>
                </a:lnTo>
                <a:lnTo>
                  <a:pt x="2404153" y="1054721"/>
                </a:lnTo>
                <a:lnTo>
                  <a:pt x="2405605" y="1054726"/>
                </a:lnTo>
                <a:lnTo>
                  <a:pt x="2407056" y="1054730"/>
                </a:lnTo>
                <a:lnTo>
                  <a:pt x="2408508" y="1054736"/>
                </a:lnTo>
                <a:lnTo>
                  <a:pt x="2409960" y="1054740"/>
                </a:lnTo>
                <a:lnTo>
                  <a:pt x="2411412" y="1054746"/>
                </a:lnTo>
                <a:lnTo>
                  <a:pt x="2412864" y="1054754"/>
                </a:lnTo>
                <a:lnTo>
                  <a:pt x="2414315" y="1054761"/>
                </a:lnTo>
                <a:lnTo>
                  <a:pt x="2415767" y="1054767"/>
                </a:lnTo>
                <a:lnTo>
                  <a:pt x="2417219" y="1054767"/>
                </a:lnTo>
                <a:lnTo>
                  <a:pt x="2418671" y="1054771"/>
                </a:lnTo>
                <a:lnTo>
                  <a:pt x="2420122" y="1054780"/>
                </a:lnTo>
                <a:lnTo>
                  <a:pt x="2421574" y="1054790"/>
                </a:lnTo>
                <a:lnTo>
                  <a:pt x="2423026" y="1054794"/>
                </a:lnTo>
                <a:lnTo>
                  <a:pt x="2424478" y="1054799"/>
                </a:lnTo>
                <a:lnTo>
                  <a:pt x="2425930" y="1054804"/>
                </a:lnTo>
                <a:lnTo>
                  <a:pt x="2427381" y="1054808"/>
                </a:lnTo>
                <a:lnTo>
                  <a:pt x="2428833" y="1054813"/>
                </a:lnTo>
                <a:lnTo>
                  <a:pt x="2430285" y="1054819"/>
                </a:lnTo>
                <a:lnTo>
                  <a:pt x="2431737" y="1054819"/>
                </a:lnTo>
                <a:lnTo>
                  <a:pt x="2433188" y="1054821"/>
                </a:lnTo>
                <a:lnTo>
                  <a:pt x="2434640" y="1054831"/>
                </a:lnTo>
                <a:lnTo>
                  <a:pt x="2436092" y="1054838"/>
                </a:lnTo>
                <a:lnTo>
                  <a:pt x="2437544" y="1054842"/>
                </a:lnTo>
                <a:lnTo>
                  <a:pt x="2438996" y="1054843"/>
                </a:lnTo>
                <a:lnTo>
                  <a:pt x="2440447" y="1054844"/>
                </a:lnTo>
                <a:lnTo>
                  <a:pt x="2441899" y="1054848"/>
                </a:lnTo>
                <a:lnTo>
                  <a:pt x="2443351" y="1054851"/>
                </a:lnTo>
                <a:lnTo>
                  <a:pt x="2444803" y="1054853"/>
                </a:lnTo>
                <a:lnTo>
                  <a:pt x="2446255" y="1054862"/>
                </a:lnTo>
                <a:lnTo>
                  <a:pt x="2447706" y="1054864"/>
                </a:lnTo>
                <a:lnTo>
                  <a:pt x="2449158" y="1054866"/>
                </a:lnTo>
                <a:lnTo>
                  <a:pt x="2450610" y="1054867"/>
                </a:lnTo>
                <a:lnTo>
                  <a:pt x="2452062" y="1054868"/>
                </a:lnTo>
                <a:lnTo>
                  <a:pt x="2453513" y="1054871"/>
                </a:lnTo>
                <a:lnTo>
                  <a:pt x="2454965" y="1054872"/>
                </a:lnTo>
                <a:lnTo>
                  <a:pt x="2456417" y="1054877"/>
                </a:lnTo>
                <a:lnTo>
                  <a:pt x="2457869" y="1054881"/>
                </a:lnTo>
                <a:lnTo>
                  <a:pt x="2459321" y="1054886"/>
                </a:lnTo>
                <a:lnTo>
                  <a:pt x="2460772" y="1054888"/>
                </a:lnTo>
                <a:lnTo>
                  <a:pt x="2462224" y="1054889"/>
                </a:lnTo>
                <a:lnTo>
                  <a:pt x="2463676" y="1054890"/>
                </a:lnTo>
                <a:lnTo>
                  <a:pt x="2465128" y="1054894"/>
                </a:lnTo>
                <a:lnTo>
                  <a:pt x="2466579" y="1054898"/>
                </a:lnTo>
                <a:lnTo>
                  <a:pt x="2468031" y="1054902"/>
                </a:lnTo>
                <a:lnTo>
                  <a:pt x="2469483" y="1054903"/>
                </a:lnTo>
                <a:lnTo>
                  <a:pt x="2470935" y="1054907"/>
                </a:lnTo>
                <a:lnTo>
                  <a:pt x="2472387" y="1054910"/>
                </a:lnTo>
                <a:lnTo>
                  <a:pt x="2473838" y="1054912"/>
                </a:lnTo>
                <a:lnTo>
                  <a:pt x="2475290" y="1054914"/>
                </a:lnTo>
                <a:lnTo>
                  <a:pt x="2476742" y="1054915"/>
                </a:lnTo>
                <a:lnTo>
                  <a:pt x="2478194" y="1054919"/>
                </a:lnTo>
                <a:lnTo>
                  <a:pt x="2479646" y="1054923"/>
                </a:lnTo>
                <a:lnTo>
                  <a:pt x="2481097" y="1054928"/>
                </a:lnTo>
                <a:lnTo>
                  <a:pt x="2482549" y="1054929"/>
                </a:lnTo>
                <a:lnTo>
                  <a:pt x="2484001" y="1054930"/>
                </a:lnTo>
                <a:lnTo>
                  <a:pt x="2485453" y="1054931"/>
                </a:lnTo>
                <a:lnTo>
                  <a:pt x="2486904" y="1054932"/>
                </a:lnTo>
                <a:lnTo>
                  <a:pt x="2488356" y="1054938"/>
                </a:lnTo>
                <a:lnTo>
                  <a:pt x="2489808" y="1054942"/>
                </a:lnTo>
                <a:lnTo>
                  <a:pt x="2491260" y="1054943"/>
                </a:lnTo>
                <a:lnTo>
                  <a:pt x="2492712" y="1054945"/>
                </a:lnTo>
                <a:lnTo>
                  <a:pt x="2494163" y="1054947"/>
                </a:lnTo>
                <a:lnTo>
                  <a:pt x="2495615" y="1054948"/>
                </a:lnTo>
                <a:lnTo>
                  <a:pt x="2497067" y="1054950"/>
                </a:lnTo>
                <a:lnTo>
                  <a:pt x="2498519" y="1054950"/>
                </a:lnTo>
                <a:lnTo>
                  <a:pt x="2499970" y="1054952"/>
                </a:lnTo>
                <a:lnTo>
                  <a:pt x="2501422" y="1054954"/>
                </a:lnTo>
                <a:lnTo>
                  <a:pt x="2502874" y="1054958"/>
                </a:lnTo>
                <a:lnTo>
                  <a:pt x="2504326" y="1054960"/>
                </a:lnTo>
                <a:lnTo>
                  <a:pt x="2505778" y="1054962"/>
                </a:lnTo>
                <a:lnTo>
                  <a:pt x="2507229" y="1054964"/>
                </a:lnTo>
                <a:lnTo>
                  <a:pt x="2508681" y="1054965"/>
                </a:lnTo>
                <a:lnTo>
                  <a:pt x="2510133" y="1054967"/>
                </a:lnTo>
                <a:lnTo>
                  <a:pt x="2511585" y="1054968"/>
                </a:lnTo>
                <a:lnTo>
                  <a:pt x="2513037" y="1054970"/>
                </a:lnTo>
                <a:lnTo>
                  <a:pt x="2514488" y="1054973"/>
                </a:lnTo>
                <a:lnTo>
                  <a:pt x="2515940" y="1054974"/>
                </a:lnTo>
                <a:lnTo>
                  <a:pt x="2517392" y="1054976"/>
                </a:lnTo>
                <a:lnTo>
                  <a:pt x="2518844" y="1054978"/>
                </a:lnTo>
                <a:lnTo>
                  <a:pt x="2520295" y="1054981"/>
                </a:lnTo>
                <a:lnTo>
                  <a:pt x="2521747" y="1054982"/>
                </a:lnTo>
                <a:lnTo>
                  <a:pt x="2523199" y="1054983"/>
                </a:lnTo>
                <a:lnTo>
                  <a:pt x="2524651" y="1054985"/>
                </a:lnTo>
                <a:lnTo>
                  <a:pt x="2526103" y="1054988"/>
                </a:lnTo>
                <a:lnTo>
                  <a:pt x="2527554" y="1054989"/>
                </a:lnTo>
                <a:lnTo>
                  <a:pt x="2529006" y="1054991"/>
                </a:lnTo>
                <a:lnTo>
                  <a:pt x="2530458" y="1054991"/>
                </a:lnTo>
                <a:lnTo>
                  <a:pt x="2531910" y="1054992"/>
                </a:lnTo>
                <a:lnTo>
                  <a:pt x="2533362" y="1054993"/>
                </a:lnTo>
                <a:lnTo>
                  <a:pt x="2534813" y="1054995"/>
                </a:lnTo>
                <a:lnTo>
                  <a:pt x="2536265" y="1054996"/>
                </a:lnTo>
                <a:lnTo>
                  <a:pt x="2537717" y="1054998"/>
                </a:lnTo>
                <a:lnTo>
                  <a:pt x="2539169" y="1054998"/>
                </a:lnTo>
                <a:lnTo>
                  <a:pt x="2540620" y="1055000"/>
                </a:lnTo>
                <a:lnTo>
                  <a:pt x="2542072" y="1055001"/>
                </a:lnTo>
                <a:lnTo>
                  <a:pt x="2543524" y="1055003"/>
                </a:lnTo>
                <a:lnTo>
                  <a:pt x="2544976" y="1055006"/>
                </a:lnTo>
                <a:lnTo>
                  <a:pt x="2546428" y="1055007"/>
                </a:lnTo>
                <a:lnTo>
                  <a:pt x="2547879" y="1055008"/>
                </a:lnTo>
                <a:lnTo>
                  <a:pt x="2549331" y="1055009"/>
                </a:lnTo>
                <a:lnTo>
                  <a:pt x="2550783" y="1055010"/>
                </a:lnTo>
                <a:lnTo>
                  <a:pt x="2552235" y="1055010"/>
                </a:lnTo>
                <a:lnTo>
                  <a:pt x="2553686" y="1055013"/>
                </a:lnTo>
                <a:lnTo>
                  <a:pt x="2555138" y="1055014"/>
                </a:lnTo>
                <a:lnTo>
                  <a:pt x="2556590" y="1055015"/>
                </a:lnTo>
                <a:lnTo>
                  <a:pt x="2558042" y="1055016"/>
                </a:lnTo>
                <a:lnTo>
                  <a:pt x="2559494" y="1055017"/>
                </a:lnTo>
                <a:lnTo>
                  <a:pt x="2560945" y="1055018"/>
                </a:lnTo>
                <a:lnTo>
                  <a:pt x="2562397" y="1055019"/>
                </a:lnTo>
                <a:lnTo>
                  <a:pt x="2563849" y="1055019"/>
                </a:lnTo>
                <a:lnTo>
                  <a:pt x="2565301" y="1055020"/>
                </a:lnTo>
                <a:lnTo>
                  <a:pt x="2566753" y="1055021"/>
                </a:lnTo>
                <a:lnTo>
                  <a:pt x="2568204" y="1055021"/>
                </a:lnTo>
                <a:lnTo>
                  <a:pt x="2569656" y="1055022"/>
                </a:lnTo>
                <a:lnTo>
                  <a:pt x="2571108" y="1055024"/>
                </a:lnTo>
                <a:lnTo>
                  <a:pt x="2572560" y="1055024"/>
                </a:lnTo>
                <a:lnTo>
                  <a:pt x="2574011" y="1055025"/>
                </a:lnTo>
                <a:lnTo>
                  <a:pt x="2575463" y="1055026"/>
                </a:lnTo>
                <a:lnTo>
                  <a:pt x="2576915" y="1055027"/>
                </a:lnTo>
                <a:lnTo>
                  <a:pt x="2578367" y="1055028"/>
                </a:lnTo>
                <a:lnTo>
                  <a:pt x="2579819" y="1055030"/>
                </a:lnTo>
                <a:lnTo>
                  <a:pt x="2581270" y="1055031"/>
                </a:lnTo>
                <a:lnTo>
                  <a:pt x="2582722" y="1055031"/>
                </a:lnTo>
                <a:lnTo>
                  <a:pt x="2584174" y="1055032"/>
                </a:lnTo>
                <a:lnTo>
                  <a:pt x="2585626" y="1055034"/>
                </a:lnTo>
                <a:lnTo>
                  <a:pt x="2587077" y="1055036"/>
                </a:lnTo>
                <a:lnTo>
                  <a:pt x="2588529" y="1055036"/>
                </a:lnTo>
                <a:lnTo>
                  <a:pt x="2589981" y="1055037"/>
                </a:lnTo>
                <a:lnTo>
                  <a:pt x="2591433" y="1055039"/>
                </a:lnTo>
                <a:lnTo>
                  <a:pt x="2592885" y="1055041"/>
                </a:lnTo>
                <a:lnTo>
                  <a:pt x="2594336" y="1055042"/>
                </a:lnTo>
                <a:lnTo>
                  <a:pt x="2595788" y="1055042"/>
                </a:lnTo>
                <a:lnTo>
                  <a:pt x="2597240" y="1055044"/>
                </a:lnTo>
                <a:lnTo>
                  <a:pt x="2598692" y="1055045"/>
                </a:lnTo>
                <a:lnTo>
                  <a:pt x="2600144" y="1055046"/>
                </a:lnTo>
                <a:lnTo>
                  <a:pt x="2601595" y="1055047"/>
                </a:lnTo>
                <a:lnTo>
                  <a:pt x="2603047" y="1055052"/>
                </a:lnTo>
                <a:lnTo>
                  <a:pt x="2604499" y="1055056"/>
                </a:lnTo>
                <a:lnTo>
                  <a:pt x="2605951" y="1055058"/>
                </a:lnTo>
                <a:lnTo>
                  <a:pt x="2607402" y="1055065"/>
                </a:lnTo>
                <a:lnTo>
                  <a:pt x="2608854" y="1055072"/>
                </a:lnTo>
                <a:lnTo>
                  <a:pt x="2610306" y="1055073"/>
                </a:lnTo>
                <a:lnTo>
                  <a:pt x="2611758" y="1055076"/>
                </a:lnTo>
                <a:lnTo>
                  <a:pt x="2613210" y="1055077"/>
                </a:lnTo>
                <a:lnTo>
                  <a:pt x="2614661" y="1055081"/>
                </a:lnTo>
                <a:lnTo>
                  <a:pt x="2616113" y="1055083"/>
                </a:lnTo>
                <a:lnTo>
                  <a:pt x="2617565" y="1055089"/>
                </a:lnTo>
                <a:lnTo>
                  <a:pt x="2619017" y="1055095"/>
                </a:lnTo>
                <a:lnTo>
                  <a:pt x="2620468" y="1055096"/>
                </a:lnTo>
                <a:lnTo>
                  <a:pt x="2621920" y="1055099"/>
                </a:lnTo>
                <a:lnTo>
                  <a:pt x="2623372" y="1055101"/>
                </a:lnTo>
                <a:lnTo>
                  <a:pt x="2624824" y="1055106"/>
                </a:lnTo>
                <a:lnTo>
                  <a:pt x="2626276" y="1055109"/>
                </a:lnTo>
                <a:lnTo>
                  <a:pt x="2627727" y="1055112"/>
                </a:lnTo>
                <a:lnTo>
                  <a:pt x="2629179" y="1055116"/>
                </a:lnTo>
                <a:lnTo>
                  <a:pt x="2630631" y="1055118"/>
                </a:lnTo>
                <a:lnTo>
                  <a:pt x="2632083" y="1055121"/>
                </a:lnTo>
                <a:lnTo>
                  <a:pt x="2633535" y="1055124"/>
                </a:lnTo>
                <a:lnTo>
                  <a:pt x="2634986" y="1055127"/>
                </a:lnTo>
                <a:lnTo>
                  <a:pt x="2636438" y="1055128"/>
                </a:lnTo>
                <a:lnTo>
                  <a:pt x="2637890" y="1055129"/>
                </a:lnTo>
                <a:lnTo>
                  <a:pt x="2639342" y="1055131"/>
                </a:lnTo>
                <a:lnTo>
                  <a:pt x="2640793" y="1055133"/>
                </a:lnTo>
                <a:lnTo>
                  <a:pt x="2642245" y="1055134"/>
                </a:lnTo>
                <a:lnTo>
                  <a:pt x="2643697" y="1055135"/>
                </a:lnTo>
                <a:lnTo>
                  <a:pt x="2645149" y="1055137"/>
                </a:lnTo>
                <a:lnTo>
                  <a:pt x="2646601" y="1055138"/>
                </a:lnTo>
                <a:lnTo>
                  <a:pt x="2648052" y="1055142"/>
                </a:lnTo>
                <a:lnTo>
                  <a:pt x="2649504" y="1055142"/>
                </a:lnTo>
                <a:lnTo>
                  <a:pt x="2650956" y="1055146"/>
                </a:lnTo>
                <a:lnTo>
                  <a:pt x="2652408" y="1055147"/>
                </a:lnTo>
                <a:lnTo>
                  <a:pt x="2653860" y="1055147"/>
                </a:lnTo>
                <a:lnTo>
                  <a:pt x="2655311" y="1055148"/>
                </a:lnTo>
                <a:lnTo>
                  <a:pt x="2656763" y="1055151"/>
                </a:lnTo>
                <a:lnTo>
                  <a:pt x="2658215" y="1055154"/>
                </a:lnTo>
                <a:lnTo>
                  <a:pt x="2659667" y="1055155"/>
                </a:lnTo>
                <a:lnTo>
                  <a:pt x="2661118" y="1055156"/>
                </a:lnTo>
                <a:lnTo>
                  <a:pt x="2662570" y="1055157"/>
                </a:lnTo>
                <a:lnTo>
                  <a:pt x="2664022" y="1055158"/>
                </a:lnTo>
                <a:lnTo>
                  <a:pt x="2665474" y="1055160"/>
                </a:lnTo>
                <a:lnTo>
                  <a:pt x="2666926" y="1055161"/>
                </a:lnTo>
                <a:lnTo>
                  <a:pt x="2668377" y="1055161"/>
                </a:lnTo>
                <a:lnTo>
                  <a:pt x="2669829" y="1055163"/>
                </a:lnTo>
                <a:lnTo>
                  <a:pt x="2671281" y="1055164"/>
                </a:lnTo>
                <a:lnTo>
                  <a:pt x="2672733" y="1055165"/>
                </a:lnTo>
                <a:lnTo>
                  <a:pt x="2674184" y="1055166"/>
                </a:lnTo>
                <a:lnTo>
                  <a:pt x="2675636" y="1055168"/>
                </a:lnTo>
                <a:lnTo>
                  <a:pt x="2677088" y="1055168"/>
                </a:lnTo>
                <a:lnTo>
                  <a:pt x="2678540" y="1055169"/>
                </a:lnTo>
                <a:lnTo>
                  <a:pt x="2679992" y="1055169"/>
                </a:lnTo>
                <a:lnTo>
                  <a:pt x="2681443" y="1055170"/>
                </a:lnTo>
                <a:lnTo>
                  <a:pt x="2682895" y="1055171"/>
                </a:lnTo>
                <a:lnTo>
                  <a:pt x="2684347" y="1055172"/>
                </a:lnTo>
                <a:lnTo>
                  <a:pt x="2685799" y="1055173"/>
                </a:lnTo>
                <a:lnTo>
                  <a:pt x="2687251" y="1055174"/>
                </a:lnTo>
                <a:lnTo>
                  <a:pt x="2688702" y="1055175"/>
                </a:lnTo>
                <a:lnTo>
                  <a:pt x="2690154" y="1055176"/>
                </a:lnTo>
                <a:lnTo>
                  <a:pt x="2691606" y="1055177"/>
                </a:lnTo>
                <a:lnTo>
                  <a:pt x="2693058" y="1055177"/>
                </a:lnTo>
                <a:lnTo>
                  <a:pt x="2694509" y="1055178"/>
                </a:lnTo>
                <a:lnTo>
                  <a:pt x="2695961" y="1055180"/>
                </a:lnTo>
                <a:lnTo>
                  <a:pt x="2697413" y="1055180"/>
                </a:lnTo>
                <a:lnTo>
                  <a:pt x="2698865" y="1055181"/>
                </a:lnTo>
                <a:lnTo>
                  <a:pt x="2700317" y="1055182"/>
                </a:lnTo>
                <a:lnTo>
                  <a:pt x="2701768" y="1055183"/>
                </a:lnTo>
                <a:lnTo>
                  <a:pt x="2703220" y="1055184"/>
                </a:lnTo>
                <a:lnTo>
                  <a:pt x="2704672" y="1055185"/>
                </a:lnTo>
                <a:lnTo>
                  <a:pt x="2706124" y="1055185"/>
                </a:lnTo>
                <a:lnTo>
                  <a:pt x="2707575" y="1055186"/>
                </a:lnTo>
                <a:lnTo>
                  <a:pt x="2709027" y="1055188"/>
                </a:lnTo>
                <a:lnTo>
                  <a:pt x="2710479" y="1055188"/>
                </a:lnTo>
                <a:lnTo>
                  <a:pt x="2711931" y="1055190"/>
                </a:lnTo>
                <a:lnTo>
                  <a:pt x="2713383" y="1055190"/>
                </a:lnTo>
                <a:lnTo>
                  <a:pt x="2714834" y="1055190"/>
                </a:lnTo>
                <a:lnTo>
                  <a:pt x="2716286" y="1055191"/>
                </a:lnTo>
                <a:lnTo>
                  <a:pt x="2717738" y="1055191"/>
                </a:lnTo>
                <a:lnTo>
                  <a:pt x="2719190" y="1055192"/>
                </a:lnTo>
                <a:lnTo>
                  <a:pt x="2720642" y="1055192"/>
                </a:lnTo>
                <a:lnTo>
                  <a:pt x="2722093" y="1055193"/>
                </a:lnTo>
                <a:lnTo>
                  <a:pt x="2723545" y="1055194"/>
                </a:lnTo>
                <a:lnTo>
                  <a:pt x="2724997" y="1055195"/>
                </a:lnTo>
                <a:lnTo>
                  <a:pt x="2726449" y="1055195"/>
                </a:lnTo>
                <a:lnTo>
                  <a:pt x="2727900" y="1055197"/>
                </a:lnTo>
                <a:lnTo>
                  <a:pt x="2729352" y="1055198"/>
                </a:lnTo>
                <a:lnTo>
                  <a:pt x="2730804" y="1055199"/>
                </a:lnTo>
                <a:lnTo>
                  <a:pt x="2732256" y="1270542"/>
                </a:lnTo>
                <a:lnTo>
                  <a:pt x="2733708" y="1055196"/>
                </a:lnTo>
                <a:lnTo>
                  <a:pt x="2735159" y="1055181"/>
                </a:lnTo>
                <a:lnTo>
                  <a:pt x="2736611" y="1055150"/>
                </a:lnTo>
                <a:lnTo>
                  <a:pt x="2738063" y="1055114"/>
                </a:lnTo>
                <a:lnTo>
                  <a:pt x="2739515" y="1055057"/>
                </a:lnTo>
                <a:lnTo>
                  <a:pt x="2740966" y="1054925"/>
                </a:lnTo>
                <a:lnTo>
                  <a:pt x="2742418" y="1054860"/>
                </a:lnTo>
                <a:lnTo>
                  <a:pt x="2743870" y="1054513"/>
                </a:lnTo>
                <a:lnTo>
                  <a:pt x="2745322" y="1054276"/>
                </a:lnTo>
                <a:lnTo>
                  <a:pt x="2746774" y="1054100"/>
                </a:lnTo>
                <a:lnTo>
                  <a:pt x="2748225" y="1053732"/>
                </a:lnTo>
                <a:lnTo>
                  <a:pt x="2749677" y="1053128"/>
                </a:lnTo>
                <a:lnTo>
                  <a:pt x="2751129" y="1052588"/>
                </a:lnTo>
                <a:lnTo>
                  <a:pt x="2752581" y="1051276"/>
                </a:lnTo>
                <a:lnTo>
                  <a:pt x="2754033" y="1050517"/>
                </a:lnTo>
                <a:lnTo>
                  <a:pt x="2755484" y="1049772"/>
                </a:lnTo>
                <a:lnTo>
                  <a:pt x="2756936" y="1047905"/>
                </a:lnTo>
                <a:lnTo>
                  <a:pt x="2758388" y="1045847"/>
                </a:lnTo>
                <a:lnTo>
                  <a:pt x="2759840" y="1042926"/>
                </a:lnTo>
                <a:lnTo>
                  <a:pt x="2761291" y="1041240"/>
                </a:lnTo>
                <a:lnTo>
                  <a:pt x="2762743" y="1038350"/>
                </a:lnTo>
                <a:lnTo>
                  <a:pt x="2764195" y="1035951"/>
                </a:lnTo>
                <a:lnTo>
                  <a:pt x="2765647" y="1035151"/>
                </a:lnTo>
                <a:lnTo>
                  <a:pt x="2767099" y="1037432"/>
                </a:lnTo>
                <a:lnTo>
                  <a:pt x="2768550" y="1040649"/>
                </a:lnTo>
                <a:lnTo>
                  <a:pt x="2770002" y="1041958"/>
                </a:lnTo>
                <a:lnTo>
                  <a:pt x="2771454" y="1044841"/>
                </a:lnTo>
                <a:lnTo>
                  <a:pt x="2772906" y="1046387"/>
                </a:lnTo>
                <a:lnTo>
                  <a:pt x="2774357" y="1048274"/>
                </a:lnTo>
                <a:lnTo>
                  <a:pt x="2775809" y="1050146"/>
                </a:lnTo>
                <a:lnTo>
                  <a:pt x="2777261" y="1051047"/>
                </a:lnTo>
                <a:lnTo>
                  <a:pt x="2778713" y="1052569"/>
                </a:lnTo>
                <a:lnTo>
                  <a:pt x="2780165" y="1052786"/>
                </a:lnTo>
                <a:lnTo>
                  <a:pt x="2781616" y="1053309"/>
                </a:lnTo>
                <a:lnTo>
                  <a:pt x="2783068" y="1053934"/>
                </a:lnTo>
                <a:lnTo>
                  <a:pt x="2784520" y="1054169"/>
                </a:lnTo>
                <a:lnTo>
                  <a:pt x="2785972" y="1054453"/>
                </a:lnTo>
                <a:lnTo>
                  <a:pt x="2787424" y="1054719"/>
                </a:lnTo>
                <a:lnTo>
                  <a:pt x="2788875" y="1054887"/>
                </a:lnTo>
                <a:lnTo>
                  <a:pt x="2790327" y="1054962"/>
                </a:lnTo>
                <a:lnTo>
                  <a:pt x="2791779" y="1055098"/>
                </a:lnTo>
                <a:lnTo>
                  <a:pt x="2793231" y="1055132"/>
                </a:lnTo>
                <a:lnTo>
                  <a:pt x="2794682" y="1055170"/>
                </a:lnTo>
                <a:lnTo>
                  <a:pt x="2796134" y="1055185"/>
                </a:lnTo>
                <a:lnTo>
                  <a:pt x="2797586" y="1055199"/>
                </a:lnTo>
                <a:lnTo>
                  <a:pt x="2799038" y="1055200"/>
                </a:lnTo>
                <a:lnTo>
                  <a:pt x="2800490" y="1055200"/>
                </a:lnTo>
                <a:lnTo>
                  <a:pt x="2801941" y="1055201"/>
                </a:lnTo>
                <a:lnTo>
                  <a:pt x="2803393" y="1055201"/>
                </a:lnTo>
                <a:lnTo>
                  <a:pt x="2804845" y="1055202"/>
                </a:lnTo>
                <a:lnTo>
                  <a:pt x="2806297" y="1055204"/>
                </a:lnTo>
                <a:lnTo>
                  <a:pt x="2807749" y="1055205"/>
                </a:lnTo>
                <a:lnTo>
                  <a:pt x="2809200" y="1055207"/>
                </a:lnTo>
                <a:lnTo>
                  <a:pt x="2810652" y="1055208"/>
                </a:lnTo>
                <a:lnTo>
                  <a:pt x="2812104" y="1055209"/>
                </a:lnTo>
                <a:lnTo>
                  <a:pt x="2813556" y="1055210"/>
                </a:lnTo>
                <a:lnTo>
                  <a:pt x="2815007" y="1055210"/>
                </a:lnTo>
                <a:lnTo>
                  <a:pt x="2816459" y="1055212"/>
                </a:lnTo>
                <a:lnTo>
                  <a:pt x="2817911" y="1055214"/>
                </a:lnTo>
                <a:lnTo>
                  <a:pt x="2819363" y="1055215"/>
                </a:lnTo>
                <a:lnTo>
                  <a:pt x="2820815" y="1055217"/>
                </a:lnTo>
                <a:lnTo>
                  <a:pt x="2822266" y="1055218"/>
                </a:lnTo>
                <a:lnTo>
                  <a:pt x="2823718" y="1055219"/>
                </a:lnTo>
                <a:lnTo>
                  <a:pt x="2825170" y="1055220"/>
                </a:lnTo>
                <a:lnTo>
                  <a:pt x="2826622" y="1055221"/>
                </a:lnTo>
                <a:lnTo>
                  <a:pt x="2828073" y="1055222"/>
                </a:lnTo>
                <a:lnTo>
                  <a:pt x="2829525" y="1055224"/>
                </a:lnTo>
                <a:lnTo>
                  <a:pt x="2830977" y="1055225"/>
                </a:lnTo>
                <a:lnTo>
                  <a:pt x="2832429" y="1055225"/>
                </a:lnTo>
                <a:lnTo>
                  <a:pt x="2833881" y="1055226"/>
                </a:lnTo>
                <a:lnTo>
                  <a:pt x="2835332" y="1055227"/>
                </a:lnTo>
                <a:lnTo>
                  <a:pt x="2836784" y="1055228"/>
                </a:lnTo>
                <a:lnTo>
                  <a:pt x="2838236" y="1055230"/>
                </a:lnTo>
                <a:lnTo>
                  <a:pt x="2839688" y="1055231"/>
                </a:lnTo>
                <a:lnTo>
                  <a:pt x="2841140" y="1055231"/>
                </a:lnTo>
                <a:lnTo>
                  <a:pt x="2842591" y="1055232"/>
                </a:lnTo>
                <a:lnTo>
                  <a:pt x="2844043" y="1055232"/>
                </a:lnTo>
                <a:lnTo>
                  <a:pt x="2845495" y="1055233"/>
                </a:lnTo>
                <a:lnTo>
                  <a:pt x="2846947" y="1055235"/>
                </a:lnTo>
                <a:lnTo>
                  <a:pt x="2848398" y="1055237"/>
                </a:lnTo>
                <a:lnTo>
                  <a:pt x="2849850" y="1055237"/>
                </a:lnTo>
                <a:lnTo>
                  <a:pt x="2851302" y="1055238"/>
                </a:lnTo>
                <a:lnTo>
                  <a:pt x="2852754" y="1055238"/>
                </a:lnTo>
                <a:lnTo>
                  <a:pt x="2854206" y="1055239"/>
                </a:lnTo>
                <a:lnTo>
                  <a:pt x="2855657" y="1055241"/>
                </a:lnTo>
                <a:lnTo>
                  <a:pt x="2857109" y="1055242"/>
                </a:lnTo>
                <a:lnTo>
                  <a:pt x="2858561" y="1055242"/>
                </a:lnTo>
                <a:lnTo>
                  <a:pt x="2860013" y="1055242"/>
                </a:lnTo>
                <a:lnTo>
                  <a:pt x="2861464" y="1055243"/>
                </a:lnTo>
                <a:lnTo>
                  <a:pt x="2862916" y="1055244"/>
                </a:lnTo>
                <a:lnTo>
                  <a:pt x="2864368" y="1055245"/>
                </a:lnTo>
                <a:lnTo>
                  <a:pt x="2865820" y="1055246"/>
                </a:lnTo>
                <a:lnTo>
                  <a:pt x="2867272" y="1055247"/>
                </a:lnTo>
                <a:lnTo>
                  <a:pt x="2868723" y="1055247"/>
                </a:lnTo>
                <a:lnTo>
                  <a:pt x="2870175" y="1055247"/>
                </a:lnTo>
                <a:lnTo>
                  <a:pt x="2871627" y="1055248"/>
                </a:lnTo>
                <a:lnTo>
                  <a:pt x="2873079" y="1055249"/>
                </a:lnTo>
                <a:lnTo>
                  <a:pt x="2874531" y="1055249"/>
                </a:lnTo>
                <a:lnTo>
                  <a:pt x="2875982" y="1055250"/>
                </a:lnTo>
                <a:lnTo>
                  <a:pt x="2877434" y="1055250"/>
                </a:lnTo>
                <a:lnTo>
                  <a:pt x="2878886" y="1055251"/>
                </a:lnTo>
                <a:lnTo>
                  <a:pt x="2880338" y="1055251"/>
                </a:lnTo>
                <a:lnTo>
                  <a:pt x="2881789" y="1055252"/>
                </a:lnTo>
                <a:lnTo>
                  <a:pt x="2883241" y="1055252"/>
                </a:lnTo>
                <a:lnTo>
                  <a:pt x="2884693" y="1055253"/>
                </a:lnTo>
                <a:lnTo>
                  <a:pt x="2886145" y="1055253"/>
                </a:lnTo>
                <a:lnTo>
                  <a:pt x="2887597" y="1055254"/>
                </a:lnTo>
                <a:lnTo>
                  <a:pt x="2889048" y="1055254"/>
                </a:lnTo>
                <a:lnTo>
                  <a:pt x="2890500" y="1055255"/>
                </a:lnTo>
                <a:lnTo>
                  <a:pt x="2891952" y="1055255"/>
                </a:lnTo>
                <a:lnTo>
                  <a:pt x="2893404" y="1055256"/>
                </a:lnTo>
                <a:lnTo>
                  <a:pt x="2894855" y="1055256"/>
                </a:lnTo>
                <a:lnTo>
                  <a:pt x="2896307" y="1055256"/>
                </a:lnTo>
                <a:lnTo>
                  <a:pt x="2897759" y="1055257"/>
                </a:lnTo>
                <a:lnTo>
                  <a:pt x="2899211" y="1055257"/>
                </a:lnTo>
                <a:lnTo>
                  <a:pt x="2900663" y="1055257"/>
                </a:lnTo>
                <a:lnTo>
                  <a:pt x="2902114" y="1055258"/>
                </a:lnTo>
                <a:lnTo>
                  <a:pt x="2903566" y="1055258"/>
                </a:lnTo>
                <a:lnTo>
                  <a:pt x="2905018" y="1055258"/>
                </a:lnTo>
                <a:lnTo>
                  <a:pt x="2906470" y="1055259"/>
                </a:lnTo>
                <a:lnTo>
                  <a:pt x="2907922" y="1055259"/>
                </a:lnTo>
                <a:lnTo>
                  <a:pt x="2909373" y="1055259"/>
                </a:lnTo>
                <a:lnTo>
                  <a:pt x="2910825" y="1055260"/>
                </a:lnTo>
                <a:lnTo>
                  <a:pt x="2912277" y="1055260"/>
                </a:lnTo>
                <a:lnTo>
                  <a:pt x="2913729" y="1055260"/>
                </a:lnTo>
                <a:lnTo>
                  <a:pt x="2915180" y="1055261"/>
                </a:lnTo>
                <a:lnTo>
                  <a:pt x="2916632" y="1055261"/>
                </a:lnTo>
                <a:lnTo>
                  <a:pt x="2918084" y="1055261"/>
                </a:lnTo>
                <a:lnTo>
                  <a:pt x="2919536" y="1055261"/>
                </a:lnTo>
                <a:lnTo>
                  <a:pt x="2920988" y="1055262"/>
                </a:lnTo>
                <a:lnTo>
                  <a:pt x="2922439" y="1055262"/>
                </a:lnTo>
                <a:lnTo>
                  <a:pt x="2923891" y="1055262"/>
                </a:lnTo>
                <a:lnTo>
                  <a:pt x="2925343" y="1055262"/>
                </a:lnTo>
                <a:lnTo>
                  <a:pt x="2926795" y="1055263"/>
                </a:lnTo>
                <a:lnTo>
                  <a:pt x="2928247" y="1055263"/>
                </a:lnTo>
                <a:lnTo>
                  <a:pt x="2929698" y="1055263"/>
                </a:lnTo>
                <a:lnTo>
                  <a:pt x="2931150" y="1055263"/>
                </a:lnTo>
                <a:lnTo>
                  <a:pt x="2932602" y="1055263"/>
                </a:lnTo>
                <a:lnTo>
                  <a:pt x="2934054" y="1055264"/>
                </a:lnTo>
                <a:lnTo>
                  <a:pt x="2935505" y="1055264"/>
                </a:lnTo>
                <a:lnTo>
                  <a:pt x="2936957" y="1055264"/>
                </a:lnTo>
                <a:lnTo>
                  <a:pt x="2938409" y="1055264"/>
                </a:lnTo>
                <a:lnTo>
                  <a:pt x="2939861" y="1055264"/>
                </a:lnTo>
                <a:lnTo>
                  <a:pt x="2941313" y="1055265"/>
                </a:lnTo>
                <a:lnTo>
                  <a:pt x="2942764" y="1055265"/>
                </a:lnTo>
                <a:lnTo>
                  <a:pt x="2944216" y="1055265"/>
                </a:lnTo>
                <a:lnTo>
                  <a:pt x="2945668" y="1055265"/>
                </a:lnTo>
                <a:lnTo>
                  <a:pt x="2947120" y="1055265"/>
                </a:lnTo>
                <a:lnTo>
                  <a:pt x="2948571" y="1055266"/>
                </a:lnTo>
                <a:lnTo>
                  <a:pt x="2950023" y="1055266"/>
                </a:lnTo>
                <a:lnTo>
                  <a:pt x="2951475" y="1055266"/>
                </a:lnTo>
                <a:lnTo>
                  <a:pt x="2952927" y="1055266"/>
                </a:lnTo>
                <a:lnTo>
                  <a:pt x="2954379" y="1055267"/>
                </a:lnTo>
                <a:lnTo>
                  <a:pt x="2955830" y="1055267"/>
                </a:lnTo>
                <a:lnTo>
                  <a:pt x="2957282" y="1055267"/>
                </a:lnTo>
                <a:lnTo>
                  <a:pt x="2958734" y="1055268"/>
                </a:lnTo>
                <a:lnTo>
                  <a:pt x="2960186" y="1055268"/>
                </a:lnTo>
                <a:lnTo>
                  <a:pt x="2961638" y="1055268"/>
                </a:lnTo>
                <a:lnTo>
                  <a:pt x="2963089" y="1055268"/>
                </a:lnTo>
                <a:lnTo>
                  <a:pt x="2964541" y="1055269"/>
                </a:lnTo>
                <a:lnTo>
                  <a:pt x="2965993" y="1055269"/>
                </a:lnTo>
                <a:lnTo>
                  <a:pt x="2967445" y="1055270"/>
                </a:lnTo>
                <a:lnTo>
                  <a:pt x="2968896" y="1055270"/>
                </a:lnTo>
                <a:lnTo>
                  <a:pt x="2970348" y="1055270"/>
                </a:lnTo>
                <a:lnTo>
                  <a:pt x="2971800" y="1055271"/>
                </a:lnTo>
              </a:path>
            </a:pathLst>
          </a:custGeom>
          <a:noFill/>
          <a:ln w="15240">
            <a:solidFill>
              <a:srgbClr val="009E73"/>
            </a:solidFill>
            <a:prstDash val="solid"/>
          </a:ln>
        </p:spPr>
      </p:sp>
      <p:sp>
        <p:nvSpPr>
          <p:cNvPr id="194" name="ellipse_193">
            <a:extLst>
              <a:ext uri="{FF2B5EF4-FFF2-40B4-BE49-F238E27FC236}">
                <ns2:creationId id="{293396A8-5B5E-420E-AFB7-0F2CB3270075}"/>
              </a:ext>
            </a:extLst>
          </p:cNvPr>
          <p:cNvSpPr>
            <a:spLocks noGrp="1"/>
          </p:cNvSpPr>
          <p:nvPr/>
        </p:nvSpPr>
        <p:spPr>
          <a:xfrm rot="0">
            <a:off x="9366250" y="3818093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95" name="text_194">
            <a:extLst>
              <a:ext uri="{FF2B5EF4-FFF2-40B4-BE49-F238E27FC236}">
                <ns2:creationId id="{24D02948-CF2C-494C-B195-A3E714E092A3}"/>
              </a:ext>
            </a:extLst>
          </p:cNvPr>
          <p:cNvSpPr>
            <a:spLocks noGrp="1"/>
          </p:cNvSpPr>
          <p:nvPr/>
        </p:nvSpPr>
        <p:spPr>
          <a:xfrm rot="0">
            <a:off x="9180513" y="3641881"/>
            <a:ext cx="2190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6" name="ellipse_195">
            <a:extLst>
              <a:ext uri="{FF2B5EF4-FFF2-40B4-BE49-F238E27FC236}">
                <ns2:creationId id="{5FB314AD-FB37-4443-AB82-E317177EA37D}"/>
              </a:ext>
            </a:extLst>
          </p:cNvPr>
          <p:cNvSpPr>
            <a:spLocks noGrp="1"/>
          </p:cNvSpPr>
          <p:nvPr/>
        </p:nvSpPr>
        <p:spPr>
          <a:xfrm rot="0">
            <a:off x="10966405" y="4375148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97" name="text_196">
            <a:extLst>
              <a:ext uri="{FF2B5EF4-FFF2-40B4-BE49-F238E27FC236}">
                <ns2:creationId id="{F317290C-2197-48D4-BC4A-B88DA100F043}"/>
              </a:ext>
            </a:extLst>
          </p:cNvPr>
          <p:cNvSpPr>
            <a:spLocks noGrp="1"/>
          </p:cNvSpPr>
          <p:nvPr/>
        </p:nvSpPr>
        <p:spPr>
          <a:xfrm rot="0">
            <a:off x="11047367" y="4198935"/>
            <a:ext cx="2190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8" name="ellipse_197">
            <a:extLst>
              <a:ext uri="{FF2B5EF4-FFF2-40B4-BE49-F238E27FC236}">
                <ns2:creationId id="{5F0BE903-D4A6-4C3E-A401-278754BF7C78}"/>
              </a:ext>
            </a:extLst>
          </p:cNvPr>
          <p:cNvSpPr>
            <a:spLocks noGrp="1"/>
          </p:cNvSpPr>
          <p:nvPr/>
        </p:nvSpPr>
        <p:spPr>
          <a:xfrm rot="0">
            <a:off x="10126228" y="4569142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99" name="text_198">
            <a:extLst>
              <a:ext uri="{FF2B5EF4-FFF2-40B4-BE49-F238E27FC236}">
                <ns2:creationId id="{D13E7DAE-DED4-434C-BB36-CD020AE1A788}"/>
              </a:ext>
            </a:extLst>
          </p:cNvPr>
          <p:cNvSpPr>
            <a:spLocks noGrp="1"/>
          </p:cNvSpPr>
          <p:nvPr/>
        </p:nvSpPr>
        <p:spPr>
          <a:xfrm rot="0">
            <a:off x="10207190" y="4392929"/>
            <a:ext cx="2190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0" name="text_199">
            <a:extLst>
              <a:ext uri="{FF2B5EF4-FFF2-40B4-BE49-F238E27FC236}">
                <ns2:creationId id="{F1A48117-7817-42BE-866C-FB3412915444}"/>
              </a:ext>
            </a:extLst>
          </p:cNvPr>
          <p:cNvSpPr>
            <a:spLocks noGrp="1"/>
          </p:cNvSpPr>
          <p:nvPr/>
        </p:nvSpPr>
        <p:spPr>
          <a:xfrm rot="0">
            <a:off x="8810625" y="5305425"/>
            <a:ext cx="3238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reference coordinate</a:t>
            </a:r>
          </a:p>
        </p:txBody>
      </p:sp>
      <p:sp>
        <p:nvSpPr>
          <p:cNvPr id="201" name="line_200">
            <a:extLst>
              <a:ext uri="{FF2B5EF4-FFF2-40B4-BE49-F238E27FC236}">
                <ns2:creationId id="{FF1C1433-DE9C-4744-A7E1-CD1E7C6F70E1}"/>
              </a:ext>
            </a:extLst>
          </p:cNvPr>
          <p:cNvSpPr>
            <a:spLocks noGrp="1"/>
          </p:cNvSpPr>
          <p:nvPr/>
        </p:nvSpPr>
        <p:spPr>
          <a:xfrm>
            <a:off x="9048750" y="5724525"/>
            <a:ext cx="295275" cy="95"/>
          </a:xfrm>
          <a:custGeom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7145">
            <a:solidFill>
              <a:srgbClr val="0072B2"/>
            </a:solidFill>
            <a:prstDash val="dash"/>
          </a:ln>
        </p:spPr>
      </p:sp>
      <p:sp>
        <p:nvSpPr>
          <p:cNvPr id="202" name="text_201">
            <a:extLst>
              <a:ext uri="{FF2B5EF4-FFF2-40B4-BE49-F238E27FC236}">
                <ns2:creationId id="{D704F683-F35F-4B0F-AEE3-EC1C2F0D8131}"/>
              </a:ext>
            </a:extLst>
          </p:cNvPr>
          <p:cNvSpPr>
            <a:spLocks noGrp="1"/>
          </p:cNvSpPr>
          <p:nvPr/>
        </p:nvSpPr>
        <p:spPr>
          <a:xfrm rot="0">
            <a:off x="9429750" y="5610225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03" name="line_202">
            <a:extLst>
              <a:ext uri="{FF2B5EF4-FFF2-40B4-BE49-F238E27FC236}">
                <ns2:creationId id="{0008262C-8313-4420-9DFD-CF54774C3627}"/>
              </a:ext>
            </a:extLst>
          </p:cNvPr>
          <p:cNvSpPr>
            <a:spLocks noGrp="1"/>
          </p:cNvSpPr>
          <p:nvPr/>
        </p:nvSpPr>
        <p:spPr>
          <a:xfrm>
            <a:off x="10287000" y="5724525"/>
            <a:ext cx="295275" cy="95"/>
          </a:xfrm>
          <a:custGeom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204" name="text_203">
            <a:extLst>
              <a:ext uri="{FF2B5EF4-FFF2-40B4-BE49-F238E27FC236}">
                <ns2:creationId id="{921D1B50-C1BD-4611-AE67-CCD1606EE27E}"/>
              </a:ext>
            </a:extLst>
          </p:cNvPr>
          <p:cNvSpPr>
            <a:spLocks noGrp="1"/>
          </p:cNvSpPr>
          <p:nvPr/>
        </p:nvSpPr>
        <p:spPr>
          <a:xfrm rot="0">
            <a:off x="10668000" y="561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R20</a:t>
            </a:r>
          </a:p>
        </p:txBody>
      </p:sp>
      <p:sp>
        <p:nvSpPr>
          <p:cNvPr id="205" name="text_204">
            <a:extLst>
              <a:ext uri="{FF2B5EF4-FFF2-40B4-BE49-F238E27FC236}">
                <ns2:creationId id="{09782504-11B6-47FD-B769-234821A02166}"/>
              </a:ext>
            </a:extLst>
          </p:cNvPr>
          <p:cNvSpPr>
            <a:spLocks noGrp="1"/>
          </p:cNvSpPr>
          <p:nvPr/>
        </p:nvSpPr>
        <p:spPr>
          <a:xfrm rot="0">
            <a:off x="8553450" y="6105525"/>
            <a:ext cx="352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(e) Pair merge levels, frame 18</a:t>
            </a:r>
          </a:p>
        </p:txBody>
      </p:sp>
      <p:sp>
        <p:nvSpPr>
          <p:cNvPr id="206" name="text_205">
            <a:extLst>
              <a:ext uri="{FF2B5EF4-FFF2-40B4-BE49-F238E27FC236}">
                <ns2:creationId id="{F7959572-69FC-4F39-8B27-68B6FF0C4880}"/>
              </a:ext>
            </a:extLst>
          </p:cNvPr>
          <p:cNvSpPr>
            <a:spLocks noGrp="1"/>
          </p:cNvSpPr>
          <p:nvPr/>
        </p:nvSpPr>
        <p:spPr>
          <a:xfrm rot="0">
            <a:off x="8572500" y="65627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</a:t>
            </a:r>
          </a:p>
        </p:txBody>
      </p:sp>
      <p:sp>
        <p:nvSpPr>
          <p:cNvPr id="207" name="text_206">
            <a:extLst>
              <a:ext uri="{FF2B5EF4-FFF2-40B4-BE49-F238E27FC236}">
                <ns2:creationId id="{211377A1-E52A-4FC4-B813-535F5CB6B834}"/>
              </a:ext>
            </a:extLst>
          </p:cNvPr>
          <p:cNvSpPr>
            <a:spLocks noGrp="1"/>
          </p:cNvSpPr>
          <p:nvPr/>
        </p:nvSpPr>
        <p:spPr>
          <a:xfrm rot="0">
            <a:off x="9229725" y="65627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= P</a:t>
            </a:r>
          </a:p>
        </p:txBody>
      </p:sp>
      <p:sp>
        <p:nvSpPr>
          <p:cNvPr id="208" name="text_207">
            <a:extLst>
              <a:ext uri="{FF2B5EF4-FFF2-40B4-BE49-F238E27FC236}">
                <ns2:creationId id="{0A4AFB70-36B6-4355-8EA9-A8CEC73C6995}"/>
              </a:ext>
            </a:extLst>
          </p:cNvPr>
          <p:cNvSpPr>
            <a:spLocks noGrp="1"/>
          </p:cNvSpPr>
          <p:nvPr/>
        </p:nvSpPr>
        <p:spPr>
          <a:xfrm rot="0">
            <a:off x="10715625" y="6562725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R20</a:t>
            </a:r>
          </a:p>
        </p:txBody>
      </p:sp>
      <p:sp>
        <p:nvSpPr>
          <p:cNvPr id="209" name="line_208">
            <a:extLst>
              <a:ext uri="{FF2B5EF4-FFF2-40B4-BE49-F238E27FC236}">
                <ns2:creationId id="{909E3B03-83D1-494E-9904-712C9EAFE25F}"/>
              </a:ext>
            </a:extLst>
          </p:cNvPr>
          <p:cNvSpPr>
            <a:spLocks noGrp="1"/>
          </p:cNvSpPr>
          <p:nvPr/>
        </p:nvSpPr>
        <p:spPr>
          <a:xfrm>
            <a:off x="8572500" y="6877050"/>
            <a:ext cx="3333750" cy="95"/>
          </a:xfrm>
          <a:custGeom>
            <a:pathLst>
              <a:path w="3333750" h="9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7620">
            <a:solidFill>
              <a:srgbClr val="65727C"/>
            </a:solidFill>
            <a:prstDash val="solid"/>
          </a:ln>
        </p:spPr>
      </p:sp>
      <p:sp>
        <p:nvSpPr>
          <p:cNvPr id="210" name="text_209">
            <a:extLst>
              <a:ext uri="{FF2B5EF4-FFF2-40B4-BE49-F238E27FC236}">
                <ns2:creationId id="{4AB5C39D-C9D9-4907-8855-1E31D0B08D95}"/>
              </a:ext>
            </a:extLst>
          </p:cNvPr>
          <p:cNvSpPr>
            <a:spLocks noGrp="1"/>
          </p:cNvSpPr>
          <p:nvPr/>
        </p:nvSpPr>
        <p:spPr>
          <a:xfrm rot="0">
            <a:off x="8572500" y="70485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</a:t>
            </a:r>
          </a:p>
        </p:txBody>
      </p:sp>
      <p:sp>
        <p:nvSpPr>
          <p:cNvPr id="211" name="text_210">
            <a:extLst>
              <a:ext uri="{FF2B5EF4-FFF2-40B4-BE49-F238E27FC236}">
                <ns2:creationId id="{A27FA98B-6525-4ABA-9EB4-761B3355C47C}"/>
              </a:ext>
            </a:extLst>
          </p:cNvPr>
          <p:cNvSpPr>
            <a:spLocks noGrp="1"/>
          </p:cNvSpPr>
          <p:nvPr/>
        </p:nvSpPr>
        <p:spPr>
          <a:xfrm rot="0">
            <a:off x="9229725" y="704850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0.0608</a:t>
            </a:r>
          </a:p>
        </p:txBody>
      </p:sp>
      <p:sp>
        <p:nvSpPr>
          <p:cNvPr id="212" name="text_211">
            <a:extLst>
              <a:ext uri="{FF2B5EF4-FFF2-40B4-BE49-F238E27FC236}">
                <ns2:creationId id="{8EA55C37-EA65-4F95-B70F-3D8EBE480E3D}"/>
              </a:ext>
            </a:extLst>
          </p:cNvPr>
          <p:cNvSpPr>
            <a:spLocks noGrp="1"/>
          </p:cNvSpPr>
          <p:nvPr/>
        </p:nvSpPr>
        <p:spPr>
          <a:xfrm rot="0">
            <a:off x="10715625" y="7048500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-0.5743</a:t>
            </a:r>
          </a:p>
        </p:txBody>
      </p:sp>
      <p:sp>
        <p:nvSpPr>
          <p:cNvPr id="213" name="text_212">
            <a:extLst>
              <a:ext uri="{FF2B5EF4-FFF2-40B4-BE49-F238E27FC236}">
                <ns2:creationId id="{EFDF4114-F084-4211-B1DE-17A3E4B49354}"/>
              </a:ext>
            </a:extLst>
          </p:cNvPr>
          <p:cNvSpPr>
            <a:spLocks noGrp="1"/>
          </p:cNvSpPr>
          <p:nvPr/>
        </p:nvSpPr>
        <p:spPr>
          <a:xfrm rot="0">
            <a:off x="8572500" y="74009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</a:t>
            </a:r>
          </a:p>
        </p:txBody>
      </p:sp>
      <p:sp>
        <p:nvSpPr>
          <p:cNvPr id="214" name="text_213">
            <a:extLst>
              <a:ext uri="{FF2B5EF4-FFF2-40B4-BE49-F238E27FC236}">
                <ns2:creationId id="{C4D42842-6A84-4818-80FB-268D7CF92AD4}"/>
              </a:ext>
            </a:extLst>
          </p:cNvPr>
          <p:cNvSpPr>
            <a:spLocks noGrp="1"/>
          </p:cNvSpPr>
          <p:nvPr/>
        </p:nvSpPr>
        <p:spPr>
          <a:xfrm rot="0">
            <a:off x="9229725" y="74009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0.0036</a:t>
            </a:r>
          </a:p>
        </p:txBody>
      </p:sp>
      <p:sp>
        <p:nvSpPr>
          <p:cNvPr id="215" name="text_214">
            <a:extLst>
              <a:ext uri="{FF2B5EF4-FFF2-40B4-BE49-F238E27FC236}">
                <ns2:creationId id="{1245521B-61EC-4501-A209-76EF066BA1F2}"/>
              </a:ext>
            </a:extLst>
          </p:cNvPr>
          <p:cNvSpPr>
            <a:spLocks noGrp="1"/>
          </p:cNvSpPr>
          <p:nvPr/>
        </p:nvSpPr>
        <p:spPr>
          <a:xfrm rot="0">
            <a:off x="10715625" y="7400925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0.0011</a:t>
            </a:r>
          </a:p>
        </p:txBody>
      </p:sp>
      <p:sp>
        <p:nvSpPr>
          <p:cNvPr id="216" name="text_215">
            <a:extLst>
              <a:ext uri="{FF2B5EF4-FFF2-40B4-BE49-F238E27FC236}">
                <ns2:creationId id="{1412EFFC-7DCA-4674-AE25-E3557C66D341}"/>
              </a:ext>
            </a:extLst>
          </p:cNvPr>
          <p:cNvSpPr>
            <a:spLocks noGrp="1"/>
          </p:cNvSpPr>
          <p:nvPr/>
        </p:nvSpPr>
        <p:spPr>
          <a:xfrm rot="0">
            <a:off x="8572500" y="77533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</a:t>
            </a:r>
          </a:p>
        </p:txBody>
      </p:sp>
      <p:sp>
        <p:nvSpPr>
          <p:cNvPr id="217" name="text_216">
            <a:extLst>
              <a:ext uri="{FF2B5EF4-FFF2-40B4-BE49-F238E27FC236}">
                <ns2:creationId id="{5974BBF0-01BB-4B62-ABE0-FBFB3034913E}"/>
              </a:ext>
            </a:extLst>
          </p:cNvPr>
          <p:cNvSpPr>
            <a:spLocks noGrp="1"/>
          </p:cNvSpPr>
          <p:nvPr/>
        </p:nvSpPr>
        <p:spPr>
          <a:xfrm rot="0">
            <a:off x="9229725" y="775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0.0036</a:t>
            </a:r>
          </a:p>
        </p:txBody>
      </p:sp>
      <p:sp>
        <p:nvSpPr>
          <p:cNvPr id="218" name="text_217">
            <a:extLst>
              <a:ext uri="{FF2B5EF4-FFF2-40B4-BE49-F238E27FC236}">
                <ns2:creationId id="{71C00B7B-9F84-401C-84D1-BA6ACC27F840}"/>
              </a:ext>
            </a:extLst>
          </p:cNvPr>
          <p:cNvSpPr>
            <a:spLocks noGrp="1"/>
          </p:cNvSpPr>
          <p:nvPr/>
        </p:nvSpPr>
        <p:spPr>
          <a:xfrm rot="0">
            <a:off x="10715625" y="7753350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-0.5743</a:t>
            </a:r>
          </a:p>
        </p:txBody>
      </p:sp>
      <p:sp>
        <p:nvSpPr>
          <p:cNvPr id="219" name="text_218">
            <a:extLst>
              <a:ext uri="{FF2B5EF4-FFF2-40B4-BE49-F238E27FC236}">
                <ns2:creationId id="{3EB9088F-2596-4219-9C5F-55CFDFFC8030}"/>
              </a:ext>
            </a:extLst>
          </p:cNvPr>
          <p:cNvSpPr>
            <a:spLocks noGrp="1"/>
          </p:cNvSpPr>
          <p:nvPr/>
        </p:nvSpPr>
        <p:spPr>
          <a:xfrm rot="0">
            <a:off x="8572500" y="8229600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NMLE: 15.09% of range</a:t>
            </a:r>
          </a:p>
        </p:txBody>
      </p:sp>
      <p:sp>
        <p:nvSpPr>
          <p:cNvPr id="220" name="text_219">
            <a:extLst>
              <a:ext uri="{FF2B5EF4-FFF2-40B4-BE49-F238E27FC236}">
                <ns2:creationId id="{3960930B-1741-4049-8E90-5F24E1E3894B}"/>
              </a:ext>
            </a:extLst>
          </p:cNvPr>
          <p:cNvSpPr>
            <a:spLocks noGrp="1"/>
          </p:cNvSpPr>
          <p:nvPr/>
        </p:nvSpPr>
        <p:spPr>
          <a:xfrm rot="0">
            <a:off x="8572500" y="8572500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 anchor error: 14.75% to 2.63% L</a:t>
            </a:r>
          </a:p>
        </p:txBody>
      </p:sp>
      <p:sp>
        <p:nvSpPr>
          <p:cNvPr id="221" name="text_220">
            <a:extLst>
              <a:ext uri="{FF2B5EF4-FFF2-40B4-BE49-F238E27FC236}">
                <ns2:creationId id="{1091A893-5EBA-46F6-92C5-B161EA2C62A1}"/>
              </a:ext>
            </a:extLst>
          </p:cNvPr>
          <p:cNvSpPr>
            <a:spLocks noGrp="1"/>
          </p:cNvSpPr>
          <p:nvPr/>
        </p:nvSpPr>
        <p:spPr>
          <a:xfrm rot="0">
            <a:off x="8572500" y="89535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R connections are artificial</a:t>
            </a:r>
          </a:p>
        </p:txBody>
      </p:sp>
      <p:sp>
        <p:nvSpPr>
          <p:cNvPr id="222" name="text_221">
            <a:extLst>
              <a:ext uri="{FF2B5EF4-FFF2-40B4-BE49-F238E27FC236}">
                <ns2:creationId id="{BAA2ABD0-498D-4D6D-9B7F-3328ECEBECCF}"/>
              </a:ext>
            </a:extLst>
          </p:cNvPr>
          <p:cNvSpPr>
            <a:spLocks noGrp="1"/>
          </p:cNvSpPr>
          <p:nvPr/>
        </p:nvSpPr>
        <p:spPr>
          <a:xfrm rot="0">
            <a:off x="8572500" y="9172575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values in the one-dimensional map.</a:t>
            </a:r>
          </a:p>
        </p:txBody>
      </p:sp>
      <p:sp>
        <p:nvSpPr>
          <p:cNvPr id="223" name="text_222">
            <a:extLst>
              <a:ext uri="{FF2B5EF4-FFF2-40B4-BE49-F238E27FC236}">
                <ns2:creationId id="{E29F443A-8CD2-48D3-B606-6E7E2E1AA0D8}"/>
              </a:ext>
            </a:extLst>
          </p:cNvPr>
          <p:cNvSpPr>
            <a:spLocks noGrp="1"/>
          </p:cNvSpPr>
          <p:nvPr/>
        </p:nvSpPr>
        <p:spPr>
          <a:xfrm rot="0">
            <a:off x="571500" y="9486900"/>
            <a:ext cx="1143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A/B/C: extrema of the analysis field, located on both rows. Positive FRP cells describe detections, not a burn perimeter.</a:t>
            </a:r>
          </a:p>
        </p:txBody>
      </p:sp>
      <p:sp>
        <p:nvSpPr>
          <p:cNvPr id="225" name="text_001">
            <a:extLst>
              <a:ext uri="{FF2B5EF4-FFF2-40B4-BE49-F238E27FC236}">
                <ns2:creationId id="{585F1D43-407E-4EBF-A5F2-BBCADEFA9B9E}"/>
              </a:ext>
            </a:extLst>
          </p:cNvPr>
          <p:cNvSpPr>
            <a:spLocks noGrp="1"/>
          </p:cNvSpPr>
          <p:nvPr/>
        </p:nvSpPr>
        <p:spPr>
          <a:xfrm>
            <a:off x="1266825" y="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Full sequence</a:t>
            </a:r>
          </a:p>
        </p:txBody>
      </p:sp>
      <p:sp>
        <p:nvSpPr>
          <p:cNvPr id="226" name="text_002">
            <a:extLst>
              <a:ext uri="{FF2B5EF4-FFF2-40B4-BE49-F238E27FC236}">
                <ns2:creationId id="{31CC7CDF-1880-42AF-8D17-585E6F44C054}"/>
              </a:ext>
            </a:extLst>
          </p:cNvPr>
          <p:cNvSpPr>
            <a:spLocks noGrp="1"/>
          </p:cNvSpPr>
          <p:nvPr/>
        </p:nvSpPr>
        <p:spPr>
          <a:xfrm>
            <a:off x="7886700" y="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window</a:t>
            </a:r>
          </a:p>
        </p:txBody>
      </p:sp>
      <p:sp>
        <p:nvSpPr>
          <p:cNvPr id="227" name="text_045">
            <a:extLst>
              <a:ext uri="{FF2B5EF4-FFF2-40B4-BE49-F238E27FC236}">
                <ns2:creationId id="{0FC56281-22D7-45BC-B560-B1044754F00A}"/>
              </a:ext>
            </a:extLst>
          </p:cNvPr>
          <p:cNvSpPr>
            <a:spLocks noGrp="1"/>
          </p:cNvSpPr>
          <p:nvPr/>
        </p:nvSpPr>
        <p:spPr>
          <a:xfrm>
            <a:off x="1172585" y="215265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8" name="text_046">
            <a:extLst>
              <a:ext uri="{FF2B5EF4-FFF2-40B4-BE49-F238E27FC236}">
                <ns2:creationId id="{7A6A70E8-61FE-476F-90D7-07D1A85BF0D0}"/>
              </a:ext>
            </a:extLst>
          </p:cNvPr>
          <p:cNvSpPr>
            <a:spLocks noGrp="1"/>
          </p:cNvSpPr>
          <p:nvPr/>
        </p:nvSpPr>
        <p:spPr>
          <a:xfrm>
            <a:off x="6976624" y="215265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29" name="text_055">
            <a:extLst>
              <a:ext uri="{FF2B5EF4-FFF2-40B4-BE49-F238E27FC236}">
                <ns2:creationId id="{10177CAC-EBE5-425E-BAF9-5F6F7B51A30B}"/>
              </a:ext>
            </a:extLst>
          </p:cNvPr>
          <p:cNvSpPr>
            <a:spLocks noGrp="1"/>
          </p:cNvSpPr>
          <p:nvPr/>
        </p:nvSpPr>
        <p:spPr>
          <a:xfrm>
            <a:off x="7867269" y="215265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30" name="text_056">
            <a:extLst>
              <a:ext uri="{FF2B5EF4-FFF2-40B4-BE49-F238E27FC236}">
                <ns2:creationId id="{000B9C79-A3D7-4416-BDD4-D6E4BD106782}"/>
              </a:ext>
            </a:extLst>
          </p:cNvPr>
          <p:cNvSpPr>
            <a:spLocks noGrp="1"/>
          </p:cNvSpPr>
          <p:nvPr/>
        </p:nvSpPr>
        <p:spPr>
          <a:xfrm>
            <a:off x="11364849" y="215265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31" name="text_073">
            <a:extLst>
              <a:ext uri="{FF2B5EF4-FFF2-40B4-BE49-F238E27FC236}">
                <ns2:creationId id="{B9E26A93-8825-48AE-89BC-8B6D2C4FE17E}"/>
              </a:ext>
            </a:extLst>
          </p:cNvPr>
          <p:cNvSpPr>
            <a:spLocks noGrp="1"/>
          </p:cNvSpPr>
          <p:nvPr/>
        </p:nvSpPr>
        <p:spPr>
          <a:xfrm>
            <a:off x="114300" y="45720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pic>
        <p:nvPicPr>
          <p:cNvPr id="232" name="">
            <a:extLst>
              <a:ext uri="{FF2B5EF4-FFF2-40B4-BE49-F238E27FC236}">
                <ns2:creationId id="{5398122F-2ECF-4D5F-9106-57EC8DE80AC9}"/>
              </a:ext>
            </a:extLst>
          </p:cNvPr>
          <p:cNvPicPr>
            <a:picLocks noChangeAspect="1"/>
          </p:cNvPicPr>
          <p:nvPr/>
        </p:nvPicPr>
        <p:blipFill>
          <a:blip r:embed="rId50001"/>
          <a:stretch/>
        </p:blipFill>
        <p:spPr>
          <a:xfrm>
            <a:off x="1266825" y="409575"/>
            <a:ext cx="6004179" cy="680085"/>
          </a:xfrm>
          <a:prstGeom prst="rect">
            <a:avLst/>
          </a:prstGeom>
        </p:spPr>
      </p:pic>
      <p:sp>
        <p:nvSpPr>
          <p:cNvPr id="233" name="line_076">
            <a:extLst>
              <a:ext uri="{FF2B5EF4-FFF2-40B4-BE49-F238E27FC236}">
                <ns2:creationId id="{297CE8D5-059E-4F81-865B-4082B7601DF0}"/>
              </a:ext>
            </a:extLst>
          </p:cNvPr>
          <p:cNvSpPr>
            <a:spLocks noGrp="1"/>
          </p:cNvSpPr>
          <p:nvPr/>
        </p:nvSpPr>
        <p:spPr>
          <a:xfrm>
            <a:off x="4969403" y="409575"/>
            <a:ext cx="97" cy="680085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234" name="rect_077">
            <a:extLst>
              <a:ext uri="{FF2B5EF4-FFF2-40B4-BE49-F238E27FC236}">
                <ns2:creationId id="{B678553D-9039-4FC4-816D-21DB1B8AF8CD}"/>
              </a:ext>
            </a:extLst>
          </p:cNvPr>
          <p:cNvSpPr>
            <a:spLocks noGrp="1"/>
          </p:cNvSpPr>
          <p:nvPr/>
        </p:nvSpPr>
        <p:spPr>
          <a:xfrm>
            <a:off x="1266825" y="409575"/>
            <a:ext cx="6004179" cy="680085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235" name="text_078">
            <a:extLst>
              <a:ext uri="{FF2B5EF4-FFF2-40B4-BE49-F238E27FC236}">
                <ns2:creationId id="{02C5B329-8E4C-4174-8E81-67232211D89A}"/>
              </a:ext>
            </a:extLst>
          </p:cNvPr>
          <p:cNvSpPr>
            <a:spLocks noGrp="1"/>
          </p:cNvSpPr>
          <p:nvPr/>
        </p:nvSpPr>
        <p:spPr>
          <a:xfrm>
            <a:off x="887920" y="992505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6" name="text_079">
            <a:extLst>
              <a:ext uri="{FF2B5EF4-FFF2-40B4-BE49-F238E27FC236}">
                <ns2:creationId id="{EBCCB282-8E4A-4A41-83A4-A9102E2B09AE}"/>
              </a:ext>
            </a:extLst>
          </p:cNvPr>
          <p:cNvSpPr>
            <a:spLocks noGrp="1"/>
          </p:cNvSpPr>
          <p:nvPr/>
        </p:nvSpPr>
        <p:spPr>
          <a:xfrm>
            <a:off x="887920" y="312420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7" name="wildfire_P_3_exact_anchor">
            <a:extLst>
              <a:ext uri="{FF2B5EF4-FFF2-40B4-BE49-F238E27FC236}">
                <ns2:creationId id="{9904228B-620A-4E07-A880-732E6BBC7DF0}"/>
              </a:ext>
            </a:extLst>
          </p:cNvPr>
          <p:cNvSpPr>
            <a:spLocks noGrp="1"/>
          </p:cNvSpPr>
          <p:nvPr/>
        </p:nvSpPr>
        <p:spPr>
          <a:xfrm>
            <a:off x="4930541" y="919333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38" name="wildfire_P_48_exact_anchor">
            <a:extLst>
              <a:ext uri="{FF2B5EF4-FFF2-40B4-BE49-F238E27FC236}">
                <ns2:creationId id="{2EE65550-3A5B-43DE-8749-FBA2E65F5BC6}"/>
              </a:ext>
            </a:extLst>
          </p:cNvPr>
          <p:cNvSpPr>
            <a:spLocks noGrp="1"/>
          </p:cNvSpPr>
          <p:nvPr/>
        </p:nvSpPr>
        <p:spPr>
          <a:xfrm>
            <a:off x="4930541" y="685560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239" name="wildfire_P_52_exact_anchor">
            <a:extLst>
              <a:ext uri="{FF2B5EF4-FFF2-40B4-BE49-F238E27FC236}">
                <ns2:creationId id="{64100E6A-273F-4404-A2E8-606114936761}"/>
              </a:ext>
            </a:extLst>
          </p:cNvPr>
          <p:cNvSpPr>
            <a:spLocks noGrp="1"/>
          </p:cNvSpPr>
          <p:nvPr/>
        </p:nvSpPr>
        <p:spPr>
          <a:xfrm>
            <a:off x="4930541" y="677352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240" name="">
            <a:extLst>
              <a:ext uri="{FF2B5EF4-FFF2-40B4-BE49-F238E27FC236}">
                <ns2:creationId id="{39C48359-BDE7-4E22-8EAA-BF7C213BF4C7}"/>
              </a:ext>
            </a:extLst>
          </p:cNvPr>
          <p:cNvPicPr>
            <a:picLocks noChangeAspect="1"/>
          </p:cNvPicPr>
          <p:nvPr/>
        </p:nvPicPr>
        <p:blipFill>
          <a:blip r:embed="rId50002"/>
          <a:stretch/>
        </p:blipFill>
        <p:spPr>
          <a:xfrm>
            <a:off x="7886700" y="409575"/>
            <a:ext cx="3847338" cy="680085"/>
          </a:xfrm>
          <a:prstGeom prst="rect">
            <a:avLst/>
          </a:prstGeom>
        </p:spPr>
      </p:pic>
      <p:sp>
        <p:nvSpPr>
          <p:cNvPr id="241" name="line_086">
            <a:extLst>
              <a:ext uri="{FF2B5EF4-FFF2-40B4-BE49-F238E27FC236}">
                <ns2:creationId id="{1453586D-44B0-4DB2-B599-3B58DDE21A28}"/>
              </a:ext>
            </a:extLst>
          </p:cNvPr>
          <p:cNvSpPr>
            <a:spLocks noGrp="1"/>
          </p:cNvSpPr>
          <p:nvPr/>
        </p:nvSpPr>
        <p:spPr>
          <a:xfrm>
            <a:off x="9810369" y="409575"/>
            <a:ext cx="97" cy="680085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242" name="rect_087">
            <a:extLst>
              <a:ext uri="{FF2B5EF4-FFF2-40B4-BE49-F238E27FC236}">
                <ns2:creationId id="{CC3829C7-951D-4634-9900-0B896C91E53E}"/>
              </a:ext>
            </a:extLst>
          </p:cNvPr>
          <p:cNvSpPr>
            <a:spLocks noGrp="1"/>
          </p:cNvSpPr>
          <p:nvPr/>
        </p:nvSpPr>
        <p:spPr>
          <a:xfrm>
            <a:off x="7886700" y="409575"/>
            <a:ext cx="3847338" cy="680085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243" name="text_088">
            <a:extLst>
              <a:ext uri="{FF2B5EF4-FFF2-40B4-BE49-F238E27FC236}">
                <ns2:creationId id="{CE6FD94A-6EDA-48A2-BFD6-67440AF5FC07}"/>
              </a:ext>
            </a:extLst>
          </p:cNvPr>
          <p:cNvSpPr>
            <a:spLocks noGrp="1"/>
          </p:cNvSpPr>
          <p:nvPr/>
        </p:nvSpPr>
        <p:spPr>
          <a:xfrm>
            <a:off x="7507796" y="992505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244" name="text_089">
            <a:extLst>
              <a:ext uri="{FF2B5EF4-FFF2-40B4-BE49-F238E27FC236}">
                <ns2:creationId id="{328CAAB9-F3B5-4907-BBA9-477627FE5B50}"/>
              </a:ext>
            </a:extLst>
          </p:cNvPr>
          <p:cNvSpPr>
            <a:spLocks noGrp="1"/>
          </p:cNvSpPr>
          <p:nvPr/>
        </p:nvSpPr>
        <p:spPr>
          <a:xfrm>
            <a:off x="7507796" y="312420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245" name="path_092">
            <a:extLst>
              <a:ext uri="{FF2B5EF4-FFF2-40B4-BE49-F238E27FC236}">
                <ns2:creationId id="{B0E38D21-FAD1-414E-ABA7-6B7426371442}"/>
              </a:ext>
            </a:extLst>
          </p:cNvPr>
          <p:cNvSpPr>
            <a:spLocks noGrp="1"/>
          </p:cNvSpPr>
          <p:nvPr/>
        </p:nvSpPr>
        <p:spPr>
          <a:xfrm>
            <a:off x="8061579" y="818561"/>
            <a:ext cx="3497580" cy="201197"/>
          </a:xfrm>
          <a:custGeom>
            <a:pathLst>
              <a:path w="3429000" h="197252">
                <a:moveTo>
                  <a:pt x="0" y="128335"/>
                </a:moveTo>
                <a:lnTo>
                  <a:pt x="342900" y="197252"/>
                </a:lnTo>
                <a:lnTo>
                  <a:pt x="685800" y="147638"/>
                </a:lnTo>
                <a:lnTo>
                  <a:pt x="1028700" y="115543"/>
                </a:lnTo>
                <a:lnTo>
                  <a:pt x="1371600" y="64365"/>
                </a:lnTo>
                <a:lnTo>
                  <a:pt x="1714500" y="171474"/>
                </a:lnTo>
                <a:lnTo>
                  <a:pt x="2057400" y="0"/>
                </a:lnTo>
                <a:lnTo>
                  <a:pt x="2400300" y="74260"/>
                </a:lnTo>
                <a:lnTo>
                  <a:pt x="2743200" y="148736"/>
                </a:lnTo>
                <a:lnTo>
                  <a:pt x="3086100" y="175215"/>
                </a:lnTo>
                <a:lnTo>
                  <a:pt x="3429000" y="19550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46" name="wildfire_P_track_3_trace">
            <a:extLst>
              <a:ext uri="{FF2B5EF4-FFF2-40B4-BE49-F238E27FC236}">
                <ns2:creationId id="{C102D3EC-2DBD-4EC9-9BA8-F6AB7EAA45A1}"/>
              </a:ext>
            </a:extLst>
          </p:cNvPr>
          <p:cNvSpPr>
            <a:spLocks noGrp="1"/>
          </p:cNvSpPr>
          <p:nvPr/>
        </p:nvSpPr>
        <p:spPr>
          <a:xfrm>
            <a:off x="8061579" y="818561"/>
            <a:ext cx="3497580" cy="201197"/>
          </a:xfrm>
          <a:custGeom>
            <a:pathLst>
              <a:path w="3429000" h="197252">
                <a:moveTo>
                  <a:pt x="0" y="128335"/>
                </a:moveTo>
                <a:lnTo>
                  <a:pt x="342900" y="197252"/>
                </a:lnTo>
                <a:lnTo>
                  <a:pt x="685800" y="147638"/>
                </a:lnTo>
                <a:lnTo>
                  <a:pt x="1028700" y="115543"/>
                </a:lnTo>
                <a:lnTo>
                  <a:pt x="1371600" y="64365"/>
                </a:lnTo>
                <a:lnTo>
                  <a:pt x="1714500" y="171474"/>
                </a:lnTo>
                <a:lnTo>
                  <a:pt x="2057400" y="0"/>
                </a:lnTo>
                <a:lnTo>
                  <a:pt x="2400300" y="74260"/>
                </a:lnTo>
                <a:lnTo>
                  <a:pt x="2743200" y="148736"/>
                </a:lnTo>
                <a:lnTo>
                  <a:pt x="3086100" y="175215"/>
                </a:lnTo>
                <a:lnTo>
                  <a:pt x="3429000" y="19550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247" name="wildfire_P_true_reference_3">
            <a:extLst>
              <a:ext uri="{FF2B5EF4-FFF2-40B4-BE49-F238E27FC236}">
                <ns2:creationId id="{610DA25C-6958-4B7A-A924-897BF490E013}"/>
              </a:ext>
            </a:extLst>
          </p:cNvPr>
          <p:cNvSpPr>
            <a:spLocks noGrp="1"/>
          </p:cNvSpPr>
          <p:nvPr/>
        </p:nvSpPr>
        <p:spPr>
          <a:xfrm>
            <a:off x="8061579" y="933454"/>
            <a:ext cx="3497580" cy="103526"/>
          </a:xfrm>
          <a:custGeom>
            <a:pathLst>
              <a:path w="3429000" h="101496">
                <a:moveTo>
                  <a:pt x="0" y="83753"/>
                </a:moveTo>
                <a:lnTo>
                  <a:pt x="342900" y="84462"/>
                </a:lnTo>
                <a:lnTo>
                  <a:pt x="685800" y="83753"/>
                </a:lnTo>
                <a:lnTo>
                  <a:pt x="1028700" y="67428"/>
                </a:lnTo>
                <a:lnTo>
                  <a:pt x="1371600" y="75236"/>
                </a:lnTo>
                <a:lnTo>
                  <a:pt x="1714500" y="83753"/>
                </a:lnTo>
                <a:lnTo>
                  <a:pt x="2057400" y="0"/>
                </a:lnTo>
                <a:lnTo>
                  <a:pt x="2400300" y="59619"/>
                </a:lnTo>
                <a:lnTo>
                  <a:pt x="2743200" y="101496"/>
                </a:lnTo>
                <a:lnTo>
                  <a:pt x="3086100" y="68136"/>
                </a:lnTo>
                <a:lnTo>
                  <a:pt x="3429000" y="76653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248" name="wildfire_P_3_exact_anchor">
            <a:extLst>
              <a:ext uri="{FF2B5EF4-FFF2-40B4-BE49-F238E27FC236}">
                <ns2:creationId id="{30862062-DCAD-4DB7-95A8-F6F0611884F0}"/>
              </a:ext>
            </a:extLst>
          </p:cNvPr>
          <p:cNvSpPr>
            <a:spLocks noGrp="1"/>
          </p:cNvSpPr>
          <p:nvPr/>
        </p:nvSpPr>
        <p:spPr>
          <a:xfrm>
            <a:off x="9771507" y="954603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49" name="path_098">
            <a:extLst>
              <a:ext uri="{FF2B5EF4-FFF2-40B4-BE49-F238E27FC236}">
                <ns2:creationId id="{99B838E2-5526-429C-9A39-FC2234D1E59A}"/>
              </a:ext>
            </a:extLst>
          </p:cNvPr>
          <p:cNvSpPr>
            <a:spLocks noGrp="1"/>
          </p:cNvSpPr>
          <p:nvPr/>
        </p:nvSpPr>
        <p:spPr>
          <a:xfrm>
            <a:off x="9110853" y="462399"/>
            <a:ext cx="2448306" cy="170454"/>
          </a:xfrm>
          <a:custGeom>
            <a:pathLst>
              <a:path w="2400300" h="167112">
                <a:moveTo>
                  <a:pt x="0" y="6877"/>
                </a:moveTo>
                <a:lnTo>
                  <a:pt x="342900" y="136488"/>
                </a:lnTo>
                <a:lnTo>
                  <a:pt x="685800" y="167112"/>
                </a:lnTo>
                <a:lnTo>
                  <a:pt x="1028700" y="18674"/>
                </a:lnTo>
                <a:lnTo>
                  <a:pt x="1371600" y="15271"/>
                </a:lnTo>
                <a:lnTo>
                  <a:pt x="1714500" y="0"/>
                </a:lnTo>
                <a:lnTo>
                  <a:pt x="2057400" y="119168"/>
                </a:lnTo>
                <a:lnTo>
                  <a:pt x="2400300" y="14301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50" name="wildfire_P_track_48_trace">
            <a:extLst>
              <a:ext uri="{FF2B5EF4-FFF2-40B4-BE49-F238E27FC236}">
                <ns2:creationId id="{89CB6B32-DD69-438A-BB2B-39113E66EF75}"/>
              </a:ext>
            </a:extLst>
          </p:cNvPr>
          <p:cNvSpPr>
            <a:spLocks noGrp="1"/>
          </p:cNvSpPr>
          <p:nvPr/>
        </p:nvSpPr>
        <p:spPr>
          <a:xfrm>
            <a:off x="9110853" y="462399"/>
            <a:ext cx="2448306" cy="170454"/>
          </a:xfrm>
          <a:custGeom>
            <a:pathLst>
              <a:path w="2400300" h="167112">
                <a:moveTo>
                  <a:pt x="0" y="6877"/>
                </a:moveTo>
                <a:lnTo>
                  <a:pt x="342900" y="136488"/>
                </a:lnTo>
                <a:lnTo>
                  <a:pt x="685800" y="167112"/>
                </a:lnTo>
                <a:lnTo>
                  <a:pt x="1028700" y="18674"/>
                </a:lnTo>
                <a:lnTo>
                  <a:pt x="1371600" y="15271"/>
                </a:lnTo>
                <a:lnTo>
                  <a:pt x="1714500" y="0"/>
                </a:lnTo>
                <a:lnTo>
                  <a:pt x="2057400" y="119168"/>
                </a:lnTo>
                <a:lnTo>
                  <a:pt x="2400300" y="14301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251" name="wildfire_P_true_reference_48">
            <a:extLst>
              <a:ext uri="{FF2B5EF4-FFF2-40B4-BE49-F238E27FC236}">
                <ns2:creationId id="{9ACBC3E4-9E09-4CB2-A3AB-C96E2ED3F4BF}"/>
              </a:ext>
            </a:extLst>
          </p:cNvPr>
          <p:cNvSpPr>
            <a:spLocks noGrp="1"/>
          </p:cNvSpPr>
          <p:nvPr/>
        </p:nvSpPr>
        <p:spPr>
          <a:xfrm>
            <a:off x="9110853" y="478066"/>
            <a:ext cx="2448306" cy="8687"/>
          </a:xfrm>
          <a:custGeom>
            <a:pathLst>
              <a:path w="2400300" h="8517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  <a:lnTo>
                  <a:pt x="1028700" y="0"/>
                </a:lnTo>
                <a:lnTo>
                  <a:pt x="1371600" y="8517"/>
                </a:lnTo>
                <a:lnTo>
                  <a:pt x="1714500" y="0"/>
                </a:lnTo>
                <a:lnTo>
                  <a:pt x="2057400" y="0"/>
                </a:lnTo>
                <a:lnTo>
                  <a:pt x="2400300" y="0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252" name="wildfire_P_48_exact_anchor">
            <a:extLst>
              <a:ext uri="{FF2B5EF4-FFF2-40B4-BE49-F238E27FC236}">
                <ns2:creationId id="{4F83D95F-F3A1-4DFF-A91C-AFCF2DF2E56E}"/>
              </a:ext>
            </a:extLst>
          </p:cNvPr>
          <p:cNvSpPr>
            <a:spLocks noGrp="1"/>
          </p:cNvSpPr>
          <p:nvPr/>
        </p:nvSpPr>
        <p:spPr>
          <a:xfrm>
            <a:off x="9771507" y="593991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253" name="path_104">
            <a:extLst>
              <a:ext uri="{FF2B5EF4-FFF2-40B4-BE49-F238E27FC236}">
                <ns2:creationId id="{39AEC1A6-EAC7-48D8-8276-A7FDCE062F4A}"/>
              </a:ext>
            </a:extLst>
          </p:cNvPr>
          <p:cNvSpPr>
            <a:spLocks noGrp="1"/>
          </p:cNvSpPr>
          <p:nvPr/>
        </p:nvSpPr>
        <p:spPr>
          <a:xfrm>
            <a:off x="9460611" y="620190"/>
            <a:ext cx="699516" cy="280769"/>
          </a:xfrm>
          <a:custGeom>
            <a:pathLst>
              <a:path w="685800" h="275264">
                <a:moveTo>
                  <a:pt x="0" y="275264"/>
                </a:moveTo>
                <a:lnTo>
                  <a:pt x="342900" y="0"/>
                </a:lnTo>
                <a:lnTo>
                  <a:pt x="685800" y="230109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54" name="wildfire_P_track_52_trace">
            <a:extLst>
              <a:ext uri="{FF2B5EF4-FFF2-40B4-BE49-F238E27FC236}">
                <ns2:creationId id="{2EA98CCE-BE7A-4335-9940-93D011243F5C}"/>
              </a:ext>
            </a:extLst>
          </p:cNvPr>
          <p:cNvSpPr>
            <a:spLocks noGrp="1"/>
          </p:cNvSpPr>
          <p:nvPr/>
        </p:nvSpPr>
        <p:spPr>
          <a:xfrm>
            <a:off x="9460611" y="620190"/>
            <a:ext cx="699516" cy="280769"/>
          </a:xfrm>
          <a:custGeom>
            <a:pathLst>
              <a:path w="685800" h="275264">
                <a:moveTo>
                  <a:pt x="0" y="275264"/>
                </a:moveTo>
                <a:lnTo>
                  <a:pt x="342900" y="0"/>
                </a:lnTo>
                <a:lnTo>
                  <a:pt x="685800" y="230109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255" name="wildfire_P_true_reference_52">
            <a:extLst>
              <a:ext uri="{FF2B5EF4-FFF2-40B4-BE49-F238E27FC236}">
                <ns2:creationId id="{19D9F92C-300C-4DFF-AD83-89E039A35F6B}"/>
              </a:ext>
            </a:extLst>
          </p:cNvPr>
          <p:cNvSpPr>
            <a:spLocks noGrp="1"/>
          </p:cNvSpPr>
          <p:nvPr/>
        </p:nvSpPr>
        <p:spPr>
          <a:xfrm>
            <a:off x="9460611" y="757492"/>
            <a:ext cx="699516" cy="97"/>
          </a:xfrm>
          <a:custGeom>
            <a:pathLst>
              <a:path w="685800" h="95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256" name="wildfire_P_52_exact_anchor">
            <a:extLst>
              <a:ext uri="{FF2B5EF4-FFF2-40B4-BE49-F238E27FC236}">
                <ns2:creationId id="{95A58A93-C056-435B-8B3F-14817B85E026}"/>
              </a:ext>
            </a:extLst>
          </p:cNvPr>
          <p:cNvSpPr>
            <a:spLocks noGrp="1"/>
          </p:cNvSpPr>
          <p:nvPr/>
        </p:nvSpPr>
        <p:spPr>
          <a:xfrm>
            <a:off x="9771507" y="581328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257" name="rect_110">
            <a:extLst>
              <a:ext uri="{FF2B5EF4-FFF2-40B4-BE49-F238E27FC236}">
                <ns2:creationId id="{9D197AE9-1D16-4092-BFB9-C2BA6925FF8A}"/>
              </a:ext>
            </a:extLst>
          </p:cNvPr>
          <p:cNvSpPr>
            <a:spLocks noGrp="1"/>
          </p:cNvSpPr>
          <p:nvPr/>
        </p:nvSpPr>
        <p:spPr>
          <a:xfrm>
            <a:off x="3868636" y="409575"/>
            <a:ext cx="2201532" cy="680085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258" name="text_111">
            <a:extLst>
              <a:ext uri="{FF2B5EF4-FFF2-40B4-BE49-F238E27FC236}">
                <ns2:creationId id="{484E251D-F240-4B89-B225-E9030BABB394}"/>
              </a:ext>
            </a:extLst>
          </p:cNvPr>
          <p:cNvSpPr>
            <a:spLocks noGrp="1"/>
          </p:cNvSpPr>
          <p:nvPr/>
        </p:nvSpPr>
        <p:spPr>
          <a:xfrm>
            <a:off x="114300" y="135255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pic>
        <p:nvPicPr>
          <p:cNvPr id="259" name="">
            <a:extLst>
              <a:ext uri="{FF2B5EF4-FFF2-40B4-BE49-F238E27FC236}">
                <ns2:creationId id="{B4695A5C-CF5A-4F78-9EC1-F7F4B462915F}"/>
              </a:ext>
            </a:extLst>
          </p:cNvPr>
          <p:cNvPicPr>
            <a:picLocks noChangeAspect="1"/>
          </p:cNvPicPr>
          <p:nvPr/>
        </p:nvPicPr>
        <p:blipFill>
          <a:blip r:embed="rId50003"/>
          <a:stretch/>
        </p:blipFill>
        <p:spPr>
          <a:xfrm>
            <a:off x="1266825" y="1304925"/>
            <a:ext cx="6004179" cy="680085"/>
          </a:xfrm>
          <a:prstGeom prst="rect">
            <a:avLst/>
          </a:prstGeom>
        </p:spPr>
      </p:pic>
      <p:sp>
        <p:nvSpPr>
          <p:cNvPr id="260" name="line_114">
            <a:extLst>
              <a:ext uri="{FF2B5EF4-FFF2-40B4-BE49-F238E27FC236}">
                <ns2:creationId id="{F344CAC8-67DF-463E-BC9D-DB1746B96CBF}"/>
              </a:ext>
            </a:extLst>
          </p:cNvPr>
          <p:cNvSpPr>
            <a:spLocks noGrp="1"/>
          </p:cNvSpPr>
          <p:nvPr/>
        </p:nvSpPr>
        <p:spPr>
          <a:xfrm>
            <a:off x="4969403" y="1304925"/>
            <a:ext cx="97" cy="680085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261" name="rect_115">
            <a:extLst>
              <a:ext uri="{FF2B5EF4-FFF2-40B4-BE49-F238E27FC236}">
                <ns2:creationId id="{F86D4BF1-F53B-456D-8311-5B7A16CF4C7A}"/>
              </a:ext>
            </a:extLst>
          </p:cNvPr>
          <p:cNvSpPr>
            <a:spLocks noGrp="1"/>
          </p:cNvSpPr>
          <p:nvPr/>
        </p:nvSpPr>
        <p:spPr>
          <a:xfrm>
            <a:off x="1266825" y="1304925"/>
            <a:ext cx="6004179" cy="680085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262" name="text_116">
            <a:extLst>
              <a:ext uri="{FF2B5EF4-FFF2-40B4-BE49-F238E27FC236}">
                <ns2:creationId id="{E69135E4-C3C0-4172-961C-34D5732EF070}"/>
              </a:ext>
            </a:extLst>
          </p:cNvPr>
          <p:cNvSpPr>
            <a:spLocks noGrp="1"/>
          </p:cNvSpPr>
          <p:nvPr/>
        </p:nvSpPr>
        <p:spPr>
          <a:xfrm>
            <a:off x="887920" y="1887855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3" name="text_117">
            <a:extLst>
              <a:ext uri="{FF2B5EF4-FFF2-40B4-BE49-F238E27FC236}">
                <ns2:creationId id="{F0FD17F9-12D9-4F00-9D21-3C2332A83041}"/>
              </a:ext>
            </a:extLst>
          </p:cNvPr>
          <p:cNvSpPr>
            <a:spLocks noGrp="1"/>
          </p:cNvSpPr>
          <p:nvPr/>
        </p:nvSpPr>
        <p:spPr>
          <a:xfrm>
            <a:off x="887920" y="1207770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4" name="text_118">
            <a:extLst>
              <a:ext uri="{FF2B5EF4-FFF2-40B4-BE49-F238E27FC236}">
                <ns2:creationId id="{A2BA31B2-B52E-40F6-B2E8-601977E460EA}"/>
              </a:ext>
            </a:extLst>
          </p:cNvPr>
          <p:cNvSpPr>
            <a:spLocks noGrp="1"/>
          </p:cNvSpPr>
          <p:nvPr/>
        </p:nvSpPr>
        <p:spPr>
          <a:xfrm>
            <a:off x="1172585" y="2014156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5" name="text_119">
            <a:extLst>
              <a:ext uri="{FF2B5EF4-FFF2-40B4-BE49-F238E27FC236}">
                <ns2:creationId id="{78837675-5225-411C-9B24-7343CFF6B2FD}"/>
              </a:ext>
            </a:extLst>
          </p:cNvPr>
          <p:cNvSpPr>
            <a:spLocks noGrp="1"/>
          </p:cNvSpPr>
          <p:nvPr/>
        </p:nvSpPr>
        <p:spPr>
          <a:xfrm>
            <a:off x="6976624" y="2014156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66" name="wildfire_R_3_exact_anchor">
            <a:extLst>
              <a:ext uri="{FF2B5EF4-FFF2-40B4-BE49-F238E27FC236}">
                <ns2:creationId id="{A2984D05-9919-4B90-B3B5-7279895961B0}"/>
              </a:ext>
            </a:extLst>
          </p:cNvPr>
          <p:cNvSpPr>
            <a:spLocks noGrp="1"/>
          </p:cNvSpPr>
          <p:nvPr/>
        </p:nvSpPr>
        <p:spPr>
          <a:xfrm>
            <a:off x="4930541" y="1833164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67" name="wildfire_R_48_exact_anchor">
            <a:extLst>
              <a:ext uri="{FF2B5EF4-FFF2-40B4-BE49-F238E27FC236}">
                <ns2:creationId id="{7DD1E69A-B425-48C0-8A79-E4D5B742E7F9}"/>
              </a:ext>
            </a:extLst>
          </p:cNvPr>
          <p:cNvSpPr>
            <a:spLocks noGrp="1"/>
          </p:cNvSpPr>
          <p:nvPr/>
        </p:nvSpPr>
        <p:spPr>
          <a:xfrm>
            <a:off x="4930541" y="1466974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268" name="wildfire_R_52_exact_anchor">
            <a:extLst>
              <a:ext uri="{FF2B5EF4-FFF2-40B4-BE49-F238E27FC236}">
                <ns2:creationId id="{AD123C6C-036D-4793-94FC-9E868B064571}"/>
              </a:ext>
            </a:extLst>
          </p:cNvPr>
          <p:cNvSpPr>
            <a:spLocks noGrp="1"/>
          </p:cNvSpPr>
          <p:nvPr/>
        </p:nvSpPr>
        <p:spPr>
          <a:xfrm>
            <a:off x="4930541" y="1659245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269" name="">
            <a:extLst>
              <a:ext uri="{FF2B5EF4-FFF2-40B4-BE49-F238E27FC236}">
                <ns2:creationId id="{272B4CFE-6BB6-421E-A97E-54A2B142E164}"/>
              </a:ext>
            </a:extLst>
          </p:cNvPr>
          <p:cNvPicPr>
            <a:picLocks noChangeAspect="1"/>
          </p:cNvPicPr>
          <p:nvPr/>
        </p:nvPicPr>
        <p:blipFill>
          <a:blip r:embed="rId50004"/>
          <a:stretch/>
        </p:blipFill>
        <p:spPr>
          <a:xfrm>
            <a:off x="7886700" y="1304925"/>
            <a:ext cx="3847338" cy="680085"/>
          </a:xfrm>
          <a:prstGeom prst="rect">
            <a:avLst/>
          </a:prstGeom>
        </p:spPr>
      </p:pic>
      <p:sp>
        <p:nvSpPr>
          <p:cNvPr id="270" name="line_124">
            <a:extLst>
              <a:ext uri="{FF2B5EF4-FFF2-40B4-BE49-F238E27FC236}">
                <ns2:creationId id="{ED67D55B-2A0C-411E-9A44-99C2252B0837}"/>
              </a:ext>
            </a:extLst>
          </p:cNvPr>
          <p:cNvSpPr>
            <a:spLocks noGrp="1"/>
          </p:cNvSpPr>
          <p:nvPr/>
        </p:nvSpPr>
        <p:spPr>
          <a:xfrm>
            <a:off x="9810369" y="1304925"/>
            <a:ext cx="97" cy="680085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271" name="rect_125">
            <a:extLst>
              <a:ext uri="{FF2B5EF4-FFF2-40B4-BE49-F238E27FC236}">
                <ns2:creationId id="{84286569-BFCE-4409-A330-03E61D649F55}"/>
              </a:ext>
            </a:extLst>
          </p:cNvPr>
          <p:cNvSpPr>
            <a:spLocks noGrp="1"/>
          </p:cNvSpPr>
          <p:nvPr/>
        </p:nvSpPr>
        <p:spPr>
          <a:xfrm>
            <a:off x="7886700" y="1304925"/>
            <a:ext cx="3847338" cy="680085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272" name="text_126">
            <a:extLst>
              <a:ext uri="{FF2B5EF4-FFF2-40B4-BE49-F238E27FC236}">
                <ns2:creationId id="{4350426D-561A-4046-A5D8-B77F93BDB99C}"/>
              </a:ext>
            </a:extLst>
          </p:cNvPr>
          <p:cNvSpPr>
            <a:spLocks noGrp="1"/>
          </p:cNvSpPr>
          <p:nvPr/>
        </p:nvSpPr>
        <p:spPr>
          <a:xfrm>
            <a:off x="7507796" y="1887855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273" name="text_127">
            <a:extLst>
              <a:ext uri="{FF2B5EF4-FFF2-40B4-BE49-F238E27FC236}">
                <ns2:creationId id="{962C16BB-24CB-49E6-AB16-4E03C4252D0E}"/>
              </a:ext>
            </a:extLst>
          </p:cNvPr>
          <p:cNvSpPr>
            <a:spLocks noGrp="1"/>
          </p:cNvSpPr>
          <p:nvPr/>
        </p:nvSpPr>
        <p:spPr>
          <a:xfrm>
            <a:off x="7507796" y="1207770"/>
            <a:ext cx="320612" cy="204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0.76</a:t>
            </a:r>
          </a:p>
        </p:txBody>
      </p:sp>
      <p:sp>
        <p:nvSpPr>
          <p:cNvPr id="274" name="text_128">
            <a:extLst>
              <a:ext uri="{FF2B5EF4-FFF2-40B4-BE49-F238E27FC236}">
                <ns2:creationId id="{DBCA3741-658D-44E6-834B-64C95F369A1C}"/>
              </a:ext>
            </a:extLst>
          </p:cNvPr>
          <p:cNvSpPr>
            <a:spLocks noGrp="1"/>
          </p:cNvSpPr>
          <p:nvPr/>
        </p:nvSpPr>
        <p:spPr>
          <a:xfrm>
            <a:off x="7867269" y="2014156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75" name="text_129">
            <a:extLst>
              <a:ext uri="{FF2B5EF4-FFF2-40B4-BE49-F238E27FC236}">
                <ns2:creationId id="{75D1CC35-BDCB-40BD-8485-2E55E578E600}"/>
              </a:ext>
            </a:extLst>
          </p:cNvPr>
          <p:cNvSpPr>
            <a:spLocks noGrp="1"/>
          </p:cNvSpPr>
          <p:nvPr/>
        </p:nvSpPr>
        <p:spPr>
          <a:xfrm>
            <a:off x="11364849" y="2014156"/>
            <a:ext cx="38862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76" name="path_130">
            <a:extLst>
              <a:ext uri="{FF2B5EF4-FFF2-40B4-BE49-F238E27FC236}">
                <ns2:creationId id="{2437DCA4-B46D-41C4-AB22-88306C97A440}"/>
              </a:ext>
            </a:extLst>
          </p:cNvPr>
          <p:cNvSpPr>
            <a:spLocks noGrp="1"/>
          </p:cNvSpPr>
          <p:nvPr/>
        </p:nvSpPr>
        <p:spPr>
          <a:xfrm>
            <a:off x="8061579" y="1836546"/>
            <a:ext cx="3497580" cy="97070"/>
          </a:xfrm>
          <a:custGeom>
            <a:pathLst>
              <a:path w="3429000" h="95167">
                <a:moveTo>
                  <a:pt x="0" y="80081"/>
                </a:moveTo>
                <a:lnTo>
                  <a:pt x="342900" y="79256"/>
                </a:lnTo>
                <a:lnTo>
                  <a:pt x="685800" y="77132"/>
                </a:lnTo>
                <a:lnTo>
                  <a:pt x="1028700" y="64077"/>
                </a:lnTo>
                <a:lnTo>
                  <a:pt x="1371600" y="14067"/>
                </a:lnTo>
                <a:lnTo>
                  <a:pt x="1714500" y="75076"/>
                </a:lnTo>
                <a:lnTo>
                  <a:pt x="2057400" y="0"/>
                </a:lnTo>
                <a:lnTo>
                  <a:pt x="2400300" y="54976"/>
                </a:lnTo>
                <a:lnTo>
                  <a:pt x="2743200" y="95167"/>
                </a:lnTo>
                <a:lnTo>
                  <a:pt x="3086100" y="57630"/>
                </a:lnTo>
                <a:lnTo>
                  <a:pt x="3429000" y="7304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77" name="wildfire_R_track_3_trace">
            <a:extLst>
              <a:ext uri="{FF2B5EF4-FFF2-40B4-BE49-F238E27FC236}">
                <ns2:creationId id="{63A87208-0D83-41C1-B07C-09167A55F326}"/>
              </a:ext>
            </a:extLst>
          </p:cNvPr>
          <p:cNvSpPr>
            <a:spLocks noGrp="1"/>
          </p:cNvSpPr>
          <p:nvPr/>
        </p:nvSpPr>
        <p:spPr>
          <a:xfrm>
            <a:off x="8061579" y="1836546"/>
            <a:ext cx="3497580" cy="97070"/>
          </a:xfrm>
          <a:custGeom>
            <a:pathLst>
              <a:path w="3429000" h="95167">
                <a:moveTo>
                  <a:pt x="0" y="80081"/>
                </a:moveTo>
                <a:lnTo>
                  <a:pt x="342900" y="79256"/>
                </a:lnTo>
                <a:lnTo>
                  <a:pt x="685800" y="77132"/>
                </a:lnTo>
                <a:lnTo>
                  <a:pt x="1028700" y="64077"/>
                </a:lnTo>
                <a:lnTo>
                  <a:pt x="1371600" y="14067"/>
                </a:lnTo>
                <a:lnTo>
                  <a:pt x="1714500" y="75076"/>
                </a:lnTo>
                <a:lnTo>
                  <a:pt x="2057400" y="0"/>
                </a:lnTo>
                <a:lnTo>
                  <a:pt x="2400300" y="54976"/>
                </a:lnTo>
                <a:lnTo>
                  <a:pt x="2743200" y="95167"/>
                </a:lnTo>
                <a:lnTo>
                  <a:pt x="3086100" y="57630"/>
                </a:lnTo>
                <a:lnTo>
                  <a:pt x="3429000" y="7304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278" name="wildfire_R_true_reference_3">
            <a:extLst>
              <a:ext uri="{FF2B5EF4-FFF2-40B4-BE49-F238E27FC236}">
                <ns2:creationId id="{558FDCE0-E5EA-4EA8-9FD1-A083FFBB98EF}"/>
              </a:ext>
            </a:extLst>
          </p:cNvPr>
          <p:cNvSpPr>
            <a:spLocks noGrp="1"/>
          </p:cNvSpPr>
          <p:nvPr/>
        </p:nvSpPr>
        <p:spPr>
          <a:xfrm>
            <a:off x="8061579" y="1826943"/>
            <a:ext cx="3497580" cy="100791"/>
          </a:xfrm>
          <a:custGeom>
            <a:pathLst>
              <a:path w="3429000" h="98815">
                <a:moveTo>
                  <a:pt x="0" y="81541"/>
                </a:moveTo>
                <a:lnTo>
                  <a:pt x="342900" y="82231"/>
                </a:lnTo>
                <a:lnTo>
                  <a:pt x="685800" y="81541"/>
                </a:lnTo>
                <a:lnTo>
                  <a:pt x="1028700" y="65647"/>
                </a:lnTo>
                <a:lnTo>
                  <a:pt x="1371600" y="73249"/>
                </a:lnTo>
                <a:lnTo>
                  <a:pt x="1714500" y="81541"/>
                </a:lnTo>
                <a:lnTo>
                  <a:pt x="2057400" y="0"/>
                </a:lnTo>
                <a:lnTo>
                  <a:pt x="2400300" y="58045"/>
                </a:lnTo>
                <a:lnTo>
                  <a:pt x="2743200" y="98815"/>
                </a:lnTo>
                <a:lnTo>
                  <a:pt x="3086100" y="66337"/>
                </a:lnTo>
                <a:lnTo>
                  <a:pt x="3429000" y="74629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279" name="wildfire_R_3_exact_anchor">
            <a:extLst>
              <a:ext uri="{FF2B5EF4-FFF2-40B4-BE49-F238E27FC236}">
                <ns2:creationId id="{16171DBC-ACB0-4072-BA1F-FE610FA38706}"/>
              </a:ext>
            </a:extLst>
          </p:cNvPr>
          <p:cNvSpPr>
            <a:spLocks noGrp="1"/>
          </p:cNvSpPr>
          <p:nvPr/>
        </p:nvSpPr>
        <p:spPr>
          <a:xfrm>
            <a:off x="9771507" y="1874260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80" name="path_136">
            <a:extLst>
              <a:ext uri="{FF2B5EF4-FFF2-40B4-BE49-F238E27FC236}">
                <ns2:creationId id="{D8E4015F-E51F-4E2E-8D89-F37DAFD74330}"/>
              </a:ext>
            </a:extLst>
          </p:cNvPr>
          <p:cNvSpPr>
            <a:spLocks noGrp="1"/>
          </p:cNvSpPr>
          <p:nvPr/>
        </p:nvSpPr>
        <p:spPr>
          <a:xfrm>
            <a:off x="9110853" y="1356070"/>
            <a:ext cx="2448306" cy="32366"/>
          </a:xfrm>
          <a:custGeom>
            <a:pathLst>
              <a:path w="2400300" h="31731">
                <a:moveTo>
                  <a:pt x="0" y="18754"/>
                </a:moveTo>
                <a:lnTo>
                  <a:pt x="342900" y="0"/>
                </a:lnTo>
                <a:lnTo>
                  <a:pt x="685800" y="6958"/>
                </a:lnTo>
                <a:lnTo>
                  <a:pt x="1028700" y="17558"/>
                </a:lnTo>
                <a:lnTo>
                  <a:pt x="1371600" y="31731"/>
                </a:lnTo>
                <a:lnTo>
                  <a:pt x="1714500" y="18628"/>
                </a:lnTo>
                <a:lnTo>
                  <a:pt x="2057400" y="28675"/>
                </a:lnTo>
                <a:lnTo>
                  <a:pt x="2400300" y="2752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81" name="wildfire_R_track_48_trace">
            <a:extLst>
              <a:ext uri="{FF2B5EF4-FFF2-40B4-BE49-F238E27FC236}">
                <ns2:creationId id="{6F21D3A1-174B-42DD-8E8E-5296C41AF103}"/>
              </a:ext>
            </a:extLst>
          </p:cNvPr>
          <p:cNvSpPr>
            <a:spLocks noGrp="1"/>
          </p:cNvSpPr>
          <p:nvPr/>
        </p:nvSpPr>
        <p:spPr>
          <a:xfrm>
            <a:off x="9110853" y="1356070"/>
            <a:ext cx="2448306" cy="32366"/>
          </a:xfrm>
          <a:custGeom>
            <a:pathLst>
              <a:path w="2400300" h="31731">
                <a:moveTo>
                  <a:pt x="0" y="18754"/>
                </a:moveTo>
                <a:lnTo>
                  <a:pt x="342900" y="0"/>
                </a:lnTo>
                <a:lnTo>
                  <a:pt x="685800" y="6958"/>
                </a:lnTo>
                <a:lnTo>
                  <a:pt x="1028700" y="17558"/>
                </a:lnTo>
                <a:lnTo>
                  <a:pt x="1371600" y="31731"/>
                </a:lnTo>
                <a:lnTo>
                  <a:pt x="1714500" y="18628"/>
                </a:lnTo>
                <a:lnTo>
                  <a:pt x="2057400" y="28675"/>
                </a:lnTo>
                <a:lnTo>
                  <a:pt x="2400300" y="2752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282" name="wildfire_R_true_reference_48">
            <a:extLst>
              <a:ext uri="{FF2B5EF4-FFF2-40B4-BE49-F238E27FC236}">
                <ns2:creationId id="{E7C0088A-BEB6-4F1B-BB6B-A280F57ACA53}"/>
              </a:ext>
            </a:extLst>
          </p:cNvPr>
          <p:cNvSpPr>
            <a:spLocks noGrp="1"/>
          </p:cNvSpPr>
          <p:nvPr/>
        </p:nvSpPr>
        <p:spPr>
          <a:xfrm>
            <a:off x="9110853" y="1383582"/>
            <a:ext cx="2448306" cy="8458"/>
          </a:xfrm>
          <a:custGeom>
            <a:pathLst>
              <a:path w="2400300" h="8292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  <a:lnTo>
                  <a:pt x="1028700" y="0"/>
                </a:lnTo>
                <a:lnTo>
                  <a:pt x="1371600" y="8292"/>
                </a:lnTo>
                <a:lnTo>
                  <a:pt x="1714500" y="0"/>
                </a:lnTo>
                <a:lnTo>
                  <a:pt x="2057400" y="0"/>
                </a:lnTo>
                <a:lnTo>
                  <a:pt x="2400300" y="0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283" name="wildfire_R_48_exact_anchor">
            <a:extLst>
              <a:ext uri="{FF2B5EF4-FFF2-40B4-BE49-F238E27FC236}">
                <ns2:creationId id="{868D62A8-2F70-437D-84C4-42F3389847B1}"/>
              </a:ext>
            </a:extLst>
          </p:cNvPr>
          <p:cNvSpPr>
            <a:spLocks noGrp="1"/>
          </p:cNvSpPr>
          <p:nvPr/>
        </p:nvSpPr>
        <p:spPr>
          <a:xfrm>
            <a:off x="9771507" y="1324305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284" name="path_142">
            <a:extLst>
              <a:ext uri="{FF2B5EF4-FFF2-40B4-BE49-F238E27FC236}">
                <ns2:creationId id="{78178995-D39E-456F-97D0-35D9B1A45575}"/>
              </a:ext>
            </a:extLst>
          </p:cNvPr>
          <p:cNvSpPr>
            <a:spLocks noGrp="1"/>
          </p:cNvSpPr>
          <p:nvPr/>
        </p:nvSpPr>
        <p:spPr>
          <a:xfrm>
            <a:off x="9460611" y="1604961"/>
            <a:ext cx="699516" cy="60270"/>
          </a:xfrm>
          <a:custGeom>
            <a:pathLst>
              <a:path w="685800" h="59088">
                <a:moveTo>
                  <a:pt x="0" y="0"/>
                </a:moveTo>
                <a:lnTo>
                  <a:pt x="342900" y="46045"/>
                </a:lnTo>
                <a:lnTo>
                  <a:pt x="685800" y="59088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85" name="wildfire_R_track_52_trace">
            <a:extLst>
              <a:ext uri="{FF2B5EF4-FFF2-40B4-BE49-F238E27FC236}">
                <ns2:creationId id="{A45B6052-8983-4BB1-AAF9-50F6A2425429}"/>
              </a:ext>
            </a:extLst>
          </p:cNvPr>
          <p:cNvSpPr>
            <a:spLocks noGrp="1"/>
          </p:cNvSpPr>
          <p:nvPr/>
        </p:nvSpPr>
        <p:spPr>
          <a:xfrm>
            <a:off x="9460611" y="1604961"/>
            <a:ext cx="699516" cy="60270"/>
          </a:xfrm>
          <a:custGeom>
            <a:pathLst>
              <a:path w="685800" h="59088">
                <a:moveTo>
                  <a:pt x="0" y="0"/>
                </a:moveTo>
                <a:lnTo>
                  <a:pt x="342900" y="46045"/>
                </a:lnTo>
                <a:lnTo>
                  <a:pt x="685800" y="59088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286" name="wildfire_R_true_reference_52">
            <a:extLst>
              <a:ext uri="{FF2B5EF4-FFF2-40B4-BE49-F238E27FC236}">
                <ns2:creationId id="{808D67F4-D9A2-4A2D-A4A7-DAD5C9F20EE2}"/>
              </a:ext>
            </a:extLst>
          </p:cNvPr>
          <p:cNvSpPr>
            <a:spLocks noGrp="1"/>
          </p:cNvSpPr>
          <p:nvPr/>
        </p:nvSpPr>
        <p:spPr>
          <a:xfrm>
            <a:off x="9460611" y="1655628"/>
            <a:ext cx="699516" cy="97"/>
          </a:xfrm>
          <a:custGeom>
            <a:pathLst>
              <a:path w="685800" h="95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287" name="wildfire_R_52_exact_anchor">
            <a:extLst>
              <a:ext uri="{FF2B5EF4-FFF2-40B4-BE49-F238E27FC236}">
                <ns2:creationId id="{74D189A4-1401-40A3-8A18-F7C6A7A01DEE}"/>
              </a:ext>
            </a:extLst>
          </p:cNvPr>
          <p:cNvSpPr>
            <a:spLocks noGrp="1"/>
          </p:cNvSpPr>
          <p:nvPr/>
        </p:nvSpPr>
        <p:spPr>
          <a:xfrm>
            <a:off x="9771507" y="1613065"/>
            <a:ext cx="77724" cy="7772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288" name="rect_148">
            <a:extLst>
              <a:ext uri="{FF2B5EF4-FFF2-40B4-BE49-F238E27FC236}">
                <ns2:creationId id="{F30F036B-0B07-4EF2-8605-51B6025B4164}"/>
              </a:ext>
            </a:extLst>
          </p:cNvPr>
          <p:cNvSpPr>
            <a:spLocks noGrp="1"/>
          </p:cNvSpPr>
          <p:nvPr/>
        </p:nvSpPr>
        <p:spPr>
          <a:xfrm>
            <a:off x="3868636" y="1304925"/>
            <a:ext cx="2201532" cy="680085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289" name="P A endpoint leader">
            <a:extLst>
              <a:ext uri="{FF2B5EF4-FFF2-40B4-BE49-F238E27FC236}">
                <ns2:creationId id="{BC5352A1-D420-4B95-A62D-4E5C612B2C2E}"/>
              </a:ext>
            </a:extLst>
          </p:cNvPr>
          <p:cNvSpPr>
            <a:spLocks noGrp="1"/>
          </p:cNvSpPr>
          <p:nvPr/>
        </p:nvSpPr>
        <p:spPr>
          <a:xfrm>
            <a:off x="11588305" y="1017970"/>
            <a:ext cx="204026" cy="97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290" name="A">
            <a:extLst>
              <a:ext uri="{FF2B5EF4-FFF2-40B4-BE49-F238E27FC236}">
                <ns2:creationId id="{0C52274B-C778-485C-B07C-F5652F4FDE82}"/>
              </a:ext>
            </a:extLst>
          </p:cNvPr>
          <p:cNvSpPr>
            <a:spLocks noGrp="1"/>
          </p:cNvSpPr>
          <p:nvPr/>
        </p:nvSpPr>
        <p:spPr>
          <a:xfrm>
            <a:off x="11821478" y="911100"/>
            <a:ext cx="252603" cy="213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91" name="P B endpoint leader">
            <a:extLst>
              <a:ext uri="{FF2B5EF4-FFF2-40B4-BE49-F238E27FC236}">
                <ns2:creationId id="{93011C28-CD4E-442A-AA9B-900C2B25F984}"/>
              </a:ext>
            </a:extLst>
          </p:cNvPr>
          <p:cNvSpPr>
            <a:spLocks noGrp="1"/>
          </p:cNvSpPr>
          <p:nvPr/>
        </p:nvSpPr>
        <p:spPr>
          <a:xfrm>
            <a:off x="11588305" y="608274"/>
            <a:ext cx="204026" cy="97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292" name="B">
            <a:extLst>
              <a:ext uri="{FF2B5EF4-FFF2-40B4-BE49-F238E27FC236}">
                <ns2:creationId id="{BA012CFE-AC02-4C61-A74B-C052527E1933}"/>
              </a:ext>
            </a:extLst>
          </p:cNvPr>
          <p:cNvSpPr>
            <a:spLocks noGrp="1"/>
          </p:cNvSpPr>
          <p:nvPr/>
        </p:nvSpPr>
        <p:spPr>
          <a:xfrm>
            <a:off x="11821478" y="501404"/>
            <a:ext cx="252603" cy="213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3" name="P C endpoint leader">
            <a:extLst>
              <a:ext uri="{FF2B5EF4-FFF2-40B4-BE49-F238E27FC236}">
                <ns2:creationId id="{4EF5E1A5-82C3-4E0A-B0B8-08DE4C91AAB4}"/>
              </a:ext>
            </a:extLst>
          </p:cNvPr>
          <p:cNvSpPr>
            <a:spLocks noGrp="1"/>
          </p:cNvSpPr>
          <p:nvPr/>
        </p:nvSpPr>
        <p:spPr>
          <a:xfrm>
            <a:off x="10189274" y="854901"/>
            <a:ext cx="68008" cy="97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294" name="C">
            <a:extLst>
              <a:ext uri="{FF2B5EF4-FFF2-40B4-BE49-F238E27FC236}">
                <ns2:creationId id="{DC096426-CBBC-4C78-B2B4-40E2747C7646}"/>
              </a:ext>
            </a:extLst>
          </p:cNvPr>
          <p:cNvSpPr>
            <a:spLocks noGrp="1"/>
          </p:cNvSpPr>
          <p:nvPr/>
        </p:nvSpPr>
        <p:spPr>
          <a:xfrm>
            <a:off x="10286428" y="748030"/>
            <a:ext cx="252603" cy="213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5" name="R A endpoint leader">
            <a:extLst>
              <a:ext uri="{FF2B5EF4-FFF2-40B4-BE49-F238E27FC236}">
                <ns2:creationId id="{4789B523-5AB2-4B2D-B469-B8296A15818E}"/>
              </a:ext>
            </a:extLst>
          </p:cNvPr>
          <p:cNvSpPr>
            <a:spLocks noGrp="1"/>
          </p:cNvSpPr>
          <p:nvPr/>
        </p:nvSpPr>
        <p:spPr>
          <a:xfrm>
            <a:off x="11588305" y="1911046"/>
            <a:ext cx="204026" cy="97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296" name="A">
            <a:extLst>
              <a:ext uri="{FF2B5EF4-FFF2-40B4-BE49-F238E27FC236}">
                <ns2:creationId id="{6AC2726B-34B6-4D49-9D53-61BCD6C25CB9}"/>
              </a:ext>
            </a:extLst>
          </p:cNvPr>
          <p:cNvSpPr>
            <a:spLocks noGrp="1"/>
          </p:cNvSpPr>
          <p:nvPr/>
        </p:nvSpPr>
        <p:spPr>
          <a:xfrm>
            <a:off x="11821478" y="1804175"/>
            <a:ext cx="252603" cy="213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97" name="R B endpoint leader">
            <a:extLst>
              <a:ext uri="{FF2B5EF4-FFF2-40B4-BE49-F238E27FC236}">
                <ns2:creationId id="{BE2EEF9E-417C-4CBC-BC09-DDE37138C1E7}"/>
              </a:ext>
            </a:extLst>
          </p:cNvPr>
          <p:cNvSpPr>
            <a:spLocks noGrp="1"/>
          </p:cNvSpPr>
          <p:nvPr/>
        </p:nvSpPr>
        <p:spPr>
          <a:xfrm>
            <a:off x="11588305" y="1384146"/>
            <a:ext cx="204026" cy="97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298" name="B">
            <a:extLst>
              <a:ext uri="{FF2B5EF4-FFF2-40B4-BE49-F238E27FC236}">
                <ns2:creationId id="{C3749B5D-E833-418E-AAA6-AC7280512908}"/>
              </a:ext>
            </a:extLst>
          </p:cNvPr>
          <p:cNvSpPr>
            <a:spLocks noGrp="1"/>
          </p:cNvSpPr>
          <p:nvPr/>
        </p:nvSpPr>
        <p:spPr>
          <a:xfrm>
            <a:off x="11821478" y="1277276"/>
            <a:ext cx="252603" cy="213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9" name="R C endpoint leader">
            <a:extLst>
              <a:ext uri="{FF2B5EF4-FFF2-40B4-BE49-F238E27FC236}">
                <ns2:creationId id="{263CC176-C4A7-4D0D-A3EA-81E86A0CFC7E}"/>
              </a:ext>
            </a:extLst>
          </p:cNvPr>
          <p:cNvSpPr>
            <a:spLocks noGrp="1"/>
          </p:cNvSpPr>
          <p:nvPr/>
        </p:nvSpPr>
        <p:spPr>
          <a:xfrm>
            <a:off x="10189274" y="1665231"/>
            <a:ext cx="68008" cy="97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300" name="C">
            <a:extLst>
              <a:ext uri="{FF2B5EF4-FFF2-40B4-BE49-F238E27FC236}">
                <ns2:creationId id="{D55B2F07-C45C-4861-8071-6375AEB1FBE4}"/>
              </a:ext>
            </a:extLst>
          </p:cNvPr>
          <p:cNvSpPr>
            <a:spLocks noGrp="1"/>
          </p:cNvSpPr>
          <p:nvPr/>
        </p:nvSpPr>
        <p:spPr>
          <a:xfrm>
            <a:off x="10286428" y="1558360"/>
            <a:ext cx="252603" cy="213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1670264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2026-10-23T10:09:31.7340000Z</dcterms:created>
  <dcterms:modified xsi:type="dcterms:W3CDTF">2026-10-23T10:09:31.7340000Z</dcterms:modified>
</coreProperties>
</file>