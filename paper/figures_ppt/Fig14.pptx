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cb93fa48ed4ed4" /><Relationship Type="http://schemas.openxmlformats.org/officeDocument/2006/relationships/extended-properties" Target="/docProps/app.xml" Id="R28929f26a8f34cf7" /><Relationship Type="http://schemas.openxmlformats.org/officeDocument/2006/relationships/officeDocument" Target="/ppt/presentation.xml" Id="R4960a3557f854241" /></Relationships>
</file>

<file path=ppt/presentation.xml><?xml version="1.0" encoding="utf-8"?>
<p:presentation xmlns:p="http://schemas.openxmlformats.org/presentationml/2006/main">
  <p:sldMasterIdLst>
    <p:sldMasterId xmlns:r="http://schemas.openxmlformats.org/officeDocument/2006/relationships" id="2147483648" r:id="R0a5fbdaa6f984672"/>
  </p:sldMasterIdLst>
  <p:notesMasterIdLst>
    <p:notesMasterId xmlns:r="http://schemas.openxmlformats.org/officeDocument/2006/relationships" r:id="Rd6271cbb0e504111"/>
  </p:notesMasterIdLst>
  <p:sldIdLst>
    <p:sldId xmlns:r="http://schemas.openxmlformats.org/officeDocument/2006/relationships" id="256" r:id="R58dd777c66d7461a"/>
  </p:sldIdLst>
  <p:sldSz cx="12801600" cy="6953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59bcb7c1c44666" /><Relationship Type="http://schemas.openxmlformats.org/officeDocument/2006/relationships/slideMaster" Target="/ppt/slideMasters/slideMaster1.xml" Id="R0a5fbdaa6f984672" /><Relationship Type="http://schemas.openxmlformats.org/officeDocument/2006/relationships/notesMaster" Target="/ppt/notesMasters/notesMaster1.xml" Id="Rd6271cbb0e504111" /><Relationship Type="http://schemas.openxmlformats.org/officeDocument/2006/relationships/presProps" Target="/ppt/presProps.xml" Id="Rc7614a0b54184201" /><Relationship Type="http://schemas.openxmlformats.org/officeDocument/2006/relationships/tableStyles" Target="/ppt/tableStyles.xml" Id="Rf8ec1f1ba86a4f32" /><Relationship Type="http://schemas.openxmlformats.org/officeDocument/2006/relationships/slide" Target="/ppt/slides/slide1.xml" Id="R58dd777c66d746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a8c8aca69449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ff10c15b3d4ec9" /><Relationship Type="http://schemas.openxmlformats.org/officeDocument/2006/relationships/notesMaster" Target="/ppt/notesMasters/notesMaster1.xml" Id="R7f4539416e764c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achieved settings P, R2, R20, R100. NROE is the frame mean. Scalar cost shows the mean and maximum NMLE. Motion error uses spatial and projected clear-event sets separately. Kappa is an eligibility threshold, not a bound on achieved NMLE.</a:t>
            </a:r>
          </a:p>
          <a:p xmlns:a="http://schemas.openxmlformats.org/drawingml/2006/main">
            <a:r>
              <a:t>Caption: Achieved parameter settings in Tangaroa and Cylinder. P preserves the hierarchy, followed by κ=2%, 20%, 100%. The columns report mean NROE, mean and maximum NMLE, and motion error with separate spatial/projected event sets. The dashed gray motion baseline reports the spatial error of exact projection, illustrating the limitation of projection. Tangaroa R20 and R100 coincide. Cylinder R100 increases mean scalar cost without reducing NROE relative to R20.</a:t>
            </a:r>
          </a:p>
          <a:p xmlns:a="http://schemas.openxmlformats.org/drawingml/2006/main">
            <a:r>
              <a:t>Evidence sources and SHA-256: {"code/results/attainable_era5.json":"241a8cc451024eb988030815d85e5978f61d145bce6fa268ddf80ca68bf54342","code/results/attainable_wildfire.json":"6a2fb2a4da5f67bcd962d0692780a1ca16e3646272e5142a515ce6fc828ece68","code/results/attainable_olr.json":"55e624effce24294b3d5649f77de02764d80fda1ed6297a73e7ef102f44abdbc","code/results/attainable_pm25.json":"7d5befd9e1f5424a5f6dfa8e57e2549f3de8c91a94ee7565d204729ceab47613","code/results/attainable_ring.json":"87d9a77042f96407b191fc4e1b3c8c9bdf085e49d68819304d9843e1c463b515","code/results/volume3d/tangaroa-paper-p10-full201/comparison.csv":"3e9daaa12b72c8ae538c5b571ef6a5d3f8db3b2c4c9d4aaa3aee287a80a009bc","code/results/paper1_suite/square-cylinder3d/comparison.csv":"af65a1c1d5cf63afd40739577fce0abd6584295a322f575498d52237d46170f3","code/results/paper1_suite/square-cylinder3d/motion.json":"2377f27f25194970a457945d5fefdb662f2c45cd906501ef944c4f5f9b166135","code/results/eval_projection.json":"f70a343b68ac04531d12480f8e043587b8dd7715ab752b5fd7c4c081d8836c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79660fa4a648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c379f00da943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c4cee4550c4f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9d3e8f8fca44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0ad2e3db1248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6f2154beee49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8AE5B0-6B12-4A66-B3A4-9BC183C00E27}"/>
              </a:ext>
            </a:extLst>
          </p:cNvPr>
          <p:cNvSpPr>
            <a:spLocks xmlns:a="http://schemas.openxmlformats.org/drawingml/2006/main" noGrp="1"/>
          </p:cNvSpPr>
          <p:nvPr>
            <p:ph type="title" idx="0"/>
          </p:nvPr>
        </p:nvSpPr>
        <p:spPr>
          <a:xfrm xmlns:a="http://schemas.openxmlformats.org/drawingml/2006/main">
            <a:off x="1280160" y="2626783"/>
            <a:ext cx="10241280" cy="100435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67" b="1">
                <a:solidFill>
                  <a:schemeClr val="tx1"/>
                </a:solidFill>
                <a:latin typeface="+mj-lt"/>
                <a:ea typeface="+mj-lt"/>
                <a:cs typeface="+mj-lt"/>
              </a:defRPr>
            </a:defPPr>
            <a:lvl1pPr marL="0" indent="0" algn="ctr">
              <a:lnSpc>
                <a:spcPct val="110000"/>
              </a:lnSpc>
              <a:spcBef>
                <a:spcPts val="0"/>
              </a:spcBef>
              <a:spcAft>
                <a:spcPts val="0"/>
              </a:spcAft>
              <a:buNone/>
              <a:defRPr sz="4867" b="1">
                <a:solidFill>
                  <a:schemeClr val="tx1"/>
                </a:solidFill>
                <a:latin typeface="+mj-lt"/>
                <a:ea typeface="+mj-lt"/>
                <a:cs typeface="+mj-lt"/>
              </a:defRPr>
            </a:lvl1pPr>
            <a:lvl2pPr marL="0" indent="0" algn="ctr">
              <a:lnSpc>
                <a:spcPct val="110000"/>
              </a:lnSpc>
              <a:spcBef>
                <a:spcPts val="0"/>
              </a:spcBef>
              <a:spcAft>
                <a:spcPts val="0"/>
              </a:spcAft>
              <a:buNone/>
              <a:defRPr sz="4867" b="1">
                <a:solidFill>
                  <a:schemeClr val="tx1"/>
                </a:solidFill>
                <a:latin typeface="+mj-lt"/>
                <a:ea typeface="+mj-lt"/>
                <a:cs typeface="+mj-lt"/>
              </a:defRPr>
            </a:lvl2pPr>
            <a:lvl3pPr marL="0" indent="0" algn="ctr">
              <a:lnSpc>
                <a:spcPct val="110000"/>
              </a:lnSpc>
              <a:spcBef>
                <a:spcPts val="0"/>
              </a:spcBef>
              <a:spcAft>
                <a:spcPts val="0"/>
              </a:spcAft>
              <a:buNone/>
              <a:defRPr sz="4867" b="1">
                <a:solidFill>
                  <a:schemeClr val="tx1"/>
                </a:solidFill>
                <a:latin typeface="+mj-lt"/>
                <a:ea typeface="+mj-lt"/>
                <a:cs typeface="+mj-lt"/>
              </a:defRPr>
            </a:lvl3pPr>
            <a:lvl4pPr marL="0" indent="0" algn="ctr">
              <a:lnSpc>
                <a:spcPct val="110000"/>
              </a:lnSpc>
              <a:spcBef>
                <a:spcPts val="0"/>
              </a:spcBef>
              <a:spcAft>
                <a:spcPts val="0"/>
              </a:spcAft>
              <a:buNone/>
              <a:defRPr sz="4867" b="1">
                <a:solidFill>
                  <a:schemeClr val="tx1"/>
                </a:solidFill>
                <a:latin typeface="+mj-lt"/>
                <a:ea typeface="+mj-lt"/>
                <a:cs typeface="+mj-lt"/>
              </a:defRPr>
            </a:lvl4pPr>
            <a:lvl5pPr marL="0" indent="0" algn="ctr">
              <a:lnSpc>
                <a:spcPct val="110000"/>
              </a:lnSpc>
              <a:spcBef>
                <a:spcPts val="0"/>
              </a:spcBef>
              <a:spcAft>
                <a:spcPts val="0"/>
              </a:spcAft>
              <a:buNone/>
              <a:defRPr sz="4867" b="1">
                <a:solidFill>
                  <a:schemeClr val="tx1"/>
                </a:solidFill>
                <a:latin typeface="+mj-lt"/>
                <a:ea typeface="+mj-lt"/>
                <a:cs typeface="+mj-lt"/>
              </a:defRPr>
            </a:lvl5pPr>
            <a:lvl6pPr marL="0" indent="0" algn="ctr">
              <a:lnSpc>
                <a:spcPct val="110000"/>
              </a:lnSpc>
              <a:spcBef>
                <a:spcPts val="0"/>
              </a:spcBef>
              <a:spcAft>
                <a:spcPts val="0"/>
              </a:spcAft>
              <a:buNone/>
              <a:defRPr sz="4867" b="1">
                <a:solidFill>
                  <a:schemeClr val="tx1"/>
                </a:solidFill>
                <a:latin typeface="+mj-lt"/>
                <a:ea typeface="+mj-lt"/>
                <a:cs typeface="+mj-lt"/>
              </a:defRPr>
            </a:lvl6pPr>
            <a:lvl7pPr marL="0" indent="0" algn="ctr">
              <a:lnSpc>
                <a:spcPct val="110000"/>
              </a:lnSpc>
              <a:spcBef>
                <a:spcPts val="0"/>
              </a:spcBef>
              <a:spcAft>
                <a:spcPts val="0"/>
              </a:spcAft>
              <a:buNone/>
              <a:defRPr sz="4867" b="1">
                <a:solidFill>
                  <a:schemeClr val="tx1"/>
                </a:solidFill>
                <a:latin typeface="+mj-lt"/>
                <a:ea typeface="+mj-lt"/>
                <a:cs typeface="+mj-lt"/>
              </a:defRPr>
            </a:lvl7pPr>
            <a:lvl8pPr marL="0" indent="0" algn="ctr">
              <a:lnSpc>
                <a:spcPct val="110000"/>
              </a:lnSpc>
              <a:spcBef>
                <a:spcPts val="0"/>
              </a:spcBef>
              <a:spcAft>
                <a:spcPts val="0"/>
              </a:spcAft>
              <a:buNone/>
              <a:defRPr sz="4867" b="1">
                <a:solidFill>
                  <a:schemeClr val="tx1"/>
                </a:solidFill>
                <a:latin typeface="+mj-lt"/>
                <a:ea typeface="+mj-lt"/>
                <a:cs typeface="+mj-lt"/>
              </a:defRPr>
            </a:lvl8pPr>
            <a:lvl9pPr marL="0" indent="0" algn="ctr">
              <a:lnSpc>
                <a:spcPct val="110000"/>
              </a:lnSpc>
              <a:spcBef>
                <a:spcPts val="0"/>
              </a:spcBef>
              <a:spcAft>
                <a:spcPts val="0"/>
              </a:spcAft>
              <a:buNone/>
              <a:defRPr sz="4867"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1C4F7E-2878-4D1A-A16D-6809416EB975}"/>
              </a:ext>
            </a:extLst>
          </p:cNvPr>
          <p:cNvSpPr>
            <a:spLocks xmlns:a="http://schemas.openxmlformats.org/drawingml/2006/main" noGrp="1"/>
          </p:cNvSpPr>
          <p:nvPr>
            <p:ph type="subTitle" idx="1"/>
          </p:nvPr>
        </p:nvSpPr>
        <p:spPr>
          <a:xfrm xmlns:a="http://schemas.openxmlformats.org/drawingml/2006/main">
            <a:off x="1920240" y="3824288"/>
            <a:ext cx="8961120" cy="77258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29" b="0">
                <a:solidFill>
                  <a:schemeClr val="tx1"/>
                </a:solidFill>
                <a:latin typeface="+mn-lt"/>
                <a:ea typeface="+mn-lt"/>
                <a:cs typeface="+mn-lt"/>
              </a:defRPr>
            </a:defPPr>
            <a:lvl1pPr marL="0" indent="0" algn="ctr">
              <a:lnSpc>
                <a:spcPct val="110000"/>
              </a:lnSpc>
              <a:spcBef>
                <a:spcPts val="0"/>
              </a:spcBef>
              <a:spcAft>
                <a:spcPts val="0"/>
              </a:spcAft>
              <a:buNone/>
              <a:defRPr sz="2129" b="0">
                <a:solidFill>
                  <a:schemeClr val="tx1"/>
                </a:solidFill>
                <a:latin typeface="+mn-lt"/>
                <a:ea typeface="+mn-lt"/>
                <a:cs typeface="+mn-lt"/>
              </a:defRPr>
            </a:lvl1pPr>
            <a:lvl2pPr marL="0" indent="0" algn="ctr">
              <a:lnSpc>
                <a:spcPct val="110000"/>
              </a:lnSpc>
              <a:spcBef>
                <a:spcPts val="0"/>
              </a:spcBef>
              <a:spcAft>
                <a:spcPts val="0"/>
              </a:spcAft>
              <a:buNone/>
              <a:defRPr sz="2129" b="0">
                <a:solidFill>
                  <a:schemeClr val="tx1"/>
                </a:solidFill>
                <a:latin typeface="+mn-lt"/>
                <a:ea typeface="+mn-lt"/>
                <a:cs typeface="+mn-lt"/>
              </a:defRPr>
            </a:lvl2pPr>
            <a:lvl3pPr marL="0" indent="0" algn="ctr">
              <a:lnSpc>
                <a:spcPct val="110000"/>
              </a:lnSpc>
              <a:spcBef>
                <a:spcPts val="0"/>
              </a:spcBef>
              <a:spcAft>
                <a:spcPts val="0"/>
              </a:spcAft>
              <a:buNone/>
              <a:defRPr sz="2129" b="0">
                <a:solidFill>
                  <a:schemeClr val="tx1"/>
                </a:solidFill>
                <a:latin typeface="+mn-lt"/>
                <a:ea typeface="+mn-lt"/>
                <a:cs typeface="+mn-lt"/>
              </a:defRPr>
            </a:lvl3pPr>
            <a:lvl4pPr marL="0" indent="0" algn="ctr">
              <a:lnSpc>
                <a:spcPct val="110000"/>
              </a:lnSpc>
              <a:spcBef>
                <a:spcPts val="0"/>
              </a:spcBef>
              <a:spcAft>
                <a:spcPts val="0"/>
              </a:spcAft>
              <a:buNone/>
              <a:defRPr sz="2129" b="0">
                <a:solidFill>
                  <a:schemeClr val="tx1"/>
                </a:solidFill>
                <a:latin typeface="+mn-lt"/>
                <a:ea typeface="+mn-lt"/>
                <a:cs typeface="+mn-lt"/>
              </a:defRPr>
            </a:lvl4pPr>
            <a:lvl5pPr marL="0" indent="0" algn="ctr">
              <a:lnSpc>
                <a:spcPct val="110000"/>
              </a:lnSpc>
              <a:spcBef>
                <a:spcPts val="0"/>
              </a:spcBef>
              <a:spcAft>
                <a:spcPts val="0"/>
              </a:spcAft>
              <a:buNone/>
              <a:defRPr sz="2129" b="0">
                <a:solidFill>
                  <a:schemeClr val="tx1"/>
                </a:solidFill>
                <a:latin typeface="+mn-lt"/>
                <a:ea typeface="+mn-lt"/>
                <a:cs typeface="+mn-lt"/>
              </a:defRPr>
            </a:lvl5pPr>
            <a:lvl6pPr marL="0" indent="0" algn="ctr">
              <a:lnSpc>
                <a:spcPct val="110000"/>
              </a:lnSpc>
              <a:spcBef>
                <a:spcPts val="0"/>
              </a:spcBef>
              <a:spcAft>
                <a:spcPts val="0"/>
              </a:spcAft>
              <a:buNone/>
              <a:defRPr sz="2129" b="0">
                <a:solidFill>
                  <a:schemeClr val="tx1"/>
                </a:solidFill>
                <a:latin typeface="+mn-lt"/>
                <a:ea typeface="+mn-lt"/>
                <a:cs typeface="+mn-lt"/>
              </a:defRPr>
            </a:lvl6pPr>
            <a:lvl7pPr marL="0" indent="0" algn="ctr">
              <a:lnSpc>
                <a:spcPct val="110000"/>
              </a:lnSpc>
              <a:spcBef>
                <a:spcPts val="0"/>
              </a:spcBef>
              <a:spcAft>
                <a:spcPts val="0"/>
              </a:spcAft>
              <a:buNone/>
              <a:defRPr sz="2129" b="0">
                <a:solidFill>
                  <a:schemeClr val="tx1"/>
                </a:solidFill>
                <a:latin typeface="+mn-lt"/>
                <a:ea typeface="+mn-lt"/>
                <a:cs typeface="+mn-lt"/>
              </a:defRPr>
            </a:lvl7pPr>
            <a:lvl8pPr marL="0" indent="0" algn="ctr">
              <a:lnSpc>
                <a:spcPct val="110000"/>
              </a:lnSpc>
              <a:spcBef>
                <a:spcPts val="0"/>
              </a:spcBef>
              <a:spcAft>
                <a:spcPts val="0"/>
              </a:spcAft>
              <a:buNone/>
              <a:defRPr sz="2129" b="0">
                <a:solidFill>
                  <a:schemeClr val="tx1"/>
                </a:solidFill>
                <a:latin typeface="+mn-lt"/>
                <a:ea typeface="+mn-lt"/>
                <a:cs typeface="+mn-lt"/>
              </a:defRPr>
            </a:lvl8pPr>
            <a:lvl9pPr marL="0" indent="0" algn="ctr">
              <a:lnSpc>
                <a:spcPct val="110000"/>
              </a:lnSpc>
              <a:spcBef>
                <a:spcPts val="0"/>
              </a:spcBef>
              <a:spcAft>
                <a:spcPts val="0"/>
              </a:spcAft>
              <a:buNone/>
              <a:defRPr sz="212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E18A75-96FA-4B30-845D-E091DBE4B75E}"/>
              </a:ext>
            </a:extLst>
          </p:cNvPr>
          <p:cNvSpPr>
            <a:spLocks xmlns:a="http://schemas.openxmlformats.org/drawingml/2006/main" noGrp="1"/>
          </p:cNvSpPr>
          <p:nvPr>
            <p:ph type="title" idx="0"/>
          </p:nvPr>
        </p:nvSpPr>
        <p:spPr>
          <a:xfrm xmlns:a="http://schemas.openxmlformats.org/drawingml/2006/main">
            <a:off x="1280160" y="2897187"/>
            <a:ext cx="10241280" cy="1158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58" b="1">
                <a:solidFill>
                  <a:schemeClr val="tx1"/>
                </a:solidFill>
                <a:latin typeface="+mj-lt"/>
                <a:ea typeface="+mj-lt"/>
                <a:cs typeface="+mj-lt"/>
              </a:defRPr>
            </a:defPPr>
            <a:lvl1pPr marL="0" indent="0" algn="ctr">
              <a:lnSpc>
                <a:spcPct val="110000"/>
              </a:lnSpc>
              <a:spcBef>
                <a:spcPts val="0"/>
              </a:spcBef>
              <a:spcAft>
                <a:spcPts val="0"/>
              </a:spcAft>
              <a:buNone/>
              <a:defRPr sz="4258" b="1">
                <a:solidFill>
                  <a:schemeClr val="tx1"/>
                </a:solidFill>
                <a:latin typeface="+mj-lt"/>
                <a:ea typeface="+mj-lt"/>
                <a:cs typeface="+mj-lt"/>
              </a:defRPr>
            </a:lvl1pPr>
            <a:lvl2pPr marL="0" indent="0" algn="ctr">
              <a:lnSpc>
                <a:spcPct val="110000"/>
              </a:lnSpc>
              <a:spcBef>
                <a:spcPts val="0"/>
              </a:spcBef>
              <a:spcAft>
                <a:spcPts val="0"/>
              </a:spcAft>
              <a:buNone/>
              <a:defRPr sz="4258" b="1">
                <a:solidFill>
                  <a:schemeClr val="tx1"/>
                </a:solidFill>
                <a:latin typeface="+mj-lt"/>
                <a:ea typeface="+mj-lt"/>
                <a:cs typeface="+mj-lt"/>
              </a:defRPr>
            </a:lvl2pPr>
            <a:lvl3pPr marL="0" indent="0" algn="ctr">
              <a:lnSpc>
                <a:spcPct val="110000"/>
              </a:lnSpc>
              <a:spcBef>
                <a:spcPts val="0"/>
              </a:spcBef>
              <a:spcAft>
                <a:spcPts val="0"/>
              </a:spcAft>
              <a:buNone/>
              <a:defRPr sz="4258" b="1">
                <a:solidFill>
                  <a:schemeClr val="tx1"/>
                </a:solidFill>
                <a:latin typeface="+mj-lt"/>
                <a:ea typeface="+mj-lt"/>
                <a:cs typeface="+mj-lt"/>
              </a:defRPr>
            </a:lvl3pPr>
            <a:lvl4pPr marL="0" indent="0" algn="ctr">
              <a:lnSpc>
                <a:spcPct val="110000"/>
              </a:lnSpc>
              <a:spcBef>
                <a:spcPts val="0"/>
              </a:spcBef>
              <a:spcAft>
                <a:spcPts val="0"/>
              </a:spcAft>
              <a:buNone/>
              <a:defRPr sz="4258" b="1">
                <a:solidFill>
                  <a:schemeClr val="tx1"/>
                </a:solidFill>
                <a:latin typeface="+mj-lt"/>
                <a:ea typeface="+mj-lt"/>
                <a:cs typeface="+mj-lt"/>
              </a:defRPr>
            </a:lvl4pPr>
            <a:lvl5pPr marL="0" indent="0" algn="ctr">
              <a:lnSpc>
                <a:spcPct val="110000"/>
              </a:lnSpc>
              <a:spcBef>
                <a:spcPts val="0"/>
              </a:spcBef>
              <a:spcAft>
                <a:spcPts val="0"/>
              </a:spcAft>
              <a:buNone/>
              <a:defRPr sz="4258" b="1">
                <a:solidFill>
                  <a:schemeClr val="tx1"/>
                </a:solidFill>
                <a:latin typeface="+mj-lt"/>
                <a:ea typeface="+mj-lt"/>
                <a:cs typeface="+mj-lt"/>
              </a:defRPr>
            </a:lvl5pPr>
            <a:lvl6pPr marL="0" indent="0" algn="ctr">
              <a:lnSpc>
                <a:spcPct val="110000"/>
              </a:lnSpc>
              <a:spcBef>
                <a:spcPts val="0"/>
              </a:spcBef>
              <a:spcAft>
                <a:spcPts val="0"/>
              </a:spcAft>
              <a:buNone/>
              <a:defRPr sz="4258" b="1">
                <a:solidFill>
                  <a:schemeClr val="tx1"/>
                </a:solidFill>
                <a:latin typeface="+mj-lt"/>
                <a:ea typeface="+mj-lt"/>
                <a:cs typeface="+mj-lt"/>
              </a:defRPr>
            </a:lvl6pPr>
            <a:lvl7pPr marL="0" indent="0" algn="ctr">
              <a:lnSpc>
                <a:spcPct val="110000"/>
              </a:lnSpc>
              <a:spcBef>
                <a:spcPts val="0"/>
              </a:spcBef>
              <a:spcAft>
                <a:spcPts val="0"/>
              </a:spcAft>
              <a:buNone/>
              <a:defRPr sz="4258" b="1">
                <a:solidFill>
                  <a:schemeClr val="tx1"/>
                </a:solidFill>
                <a:latin typeface="+mj-lt"/>
                <a:ea typeface="+mj-lt"/>
                <a:cs typeface="+mj-lt"/>
              </a:defRPr>
            </a:lvl7pPr>
            <a:lvl8pPr marL="0" indent="0" algn="ctr">
              <a:lnSpc>
                <a:spcPct val="110000"/>
              </a:lnSpc>
              <a:spcBef>
                <a:spcPts val="0"/>
              </a:spcBef>
              <a:spcAft>
                <a:spcPts val="0"/>
              </a:spcAft>
              <a:buNone/>
              <a:defRPr sz="4258" b="1">
                <a:solidFill>
                  <a:schemeClr val="tx1"/>
                </a:solidFill>
                <a:latin typeface="+mj-lt"/>
                <a:ea typeface="+mj-lt"/>
                <a:cs typeface="+mj-lt"/>
              </a:defRPr>
            </a:lvl8pPr>
            <a:lvl9pPr marL="0" indent="0" algn="ctr">
              <a:lnSpc>
                <a:spcPct val="110000"/>
              </a:lnSpc>
              <a:spcBef>
                <a:spcPts val="0"/>
              </a:spcBef>
              <a:spcAft>
                <a:spcPts val="0"/>
              </a:spcAft>
              <a:buNone/>
              <a:defRPr sz="4258"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DDAA98-CF8D-4047-97F0-032A2C2E8C37}"/>
              </a:ext>
            </a:extLst>
          </p:cNvPr>
          <p:cNvSpPr>
            <a:spLocks xmlns:a="http://schemas.openxmlformats.org/drawingml/2006/main" noGrp="1"/>
          </p:cNvSpPr>
          <p:nvPr>
            <p:ph type="title" idx="0"/>
          </p:nvPr>
        </p:nvSpPr>
        <p:spPr>
          <a:xfrm xmlns:a="http://schemas.openxmlformats.org/drawingml/2006/main">
            <a:off x="720090" y="540808"/>
            <a:ext cx="11361420" cy="8498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46" b="1">
                <a:solidFill>
                  <a:schemeClr val="tx1"/>
                </a:solidFill>
                <a:latin typeface="+mj-lt"/>
                <a:ea typeface="+mj-lt"/>
                <a:cs typeface="+mj-lt"/>
              </a:defRPr>
            </a:defPPr>
            <a:lvl1pPr marL="0" indent="0" algn="l">
              <a:lnSpc>
                <a:spcPct val="110000"/>
              </a:lnSpc>
              <a:spcBef>
                <a:spcPts val="0"/>
              </a:spcBef>
              <a:spcAft>
                <a:spcPts val="0"/>
              </a:spcAft>
              <a:buNone/>
              <a:defRPr sz="3346" b="1">
                <a:solidFill>
                  <a:schemeClr val="tx1"/>
                </a:solidFill>
                <a:latin typeface="+mj-lt"/>
                <a:ea typeface="+mj-lt"/>
                <a:cs typeface="+mj-lt"/>
              </a:defRPr>
            </a:lvl1pPr>
            <a:lvl2pPr marL="0" indent="0" algn="l">
              <a:lnSpc>
                <a:spcPct val="110000"/>
              </a:lnSpc>
              <a:spcBef>
                <a:spcPts val="0"/>
              </a:spcBef>
              <a:spcAft>
                <a:spcPts val="0"/>
              </a:spcAft>
              <a:buNone/>
              <a:defRPr sz="3346" b="1">
                <a:solidFill>
                  <a:schemeClr val="tx1"/>
                </a:solidFill>
                <a:latin typeface="+mj-lt"/>
                <a:ea typeface="+mj-lt"/>
                <a:cs typeface="+mj-lt"/>
              </a:defRPr>
            </a:lvl2pPr>
            <a:lvl3pPr marL="0" indent="0" algn="l">
              <a:lnSpc>
                <a:spcPct val="110000"/>
              </a:lnSpc>
              <a:spcBef>
                <a:spcPts val="0"/>
              </a:spcBef>
              <a:spcAft>
                <a:spcPts val="0"/>
              </a:spcAft>
              <a:buNone/>
              <a:defRPr sz="3346" b="1">
                <a:solidFill>
                  <a:schemeClr val="tx1"/>
                </a:solidFill>
                <a:latin typeface="+mj-lt"/>
                <a:ea typeface="+mj-lt"/>
                <a:cs typeface="+mj-lt"/>
              </a:defRPr>
            </a:lvl3pPr>
            <a:lvl4pPr marL="0" indent="0" algn="l">
              <a:lnSpc>
                <a:spcPct val="110000"/>
              </a:lnSpc>
              <a:spcBef>
                <a:spcPts val="0"/>
              </a:spcBef>
              <a:spcAft>
                <a:spcPts val="0"/>
              </a:spcAft>
              <a:buNone/>
              <a:defRPr sz="3346" b="1">
                <a:solidFill>
                  <a:schemeClr val="tx1"/>
                </a:solidFill>
                <a:latin typeface="+mj-lt"/>
                <a:ea typeface="+mj-lt"/>
                <a:cs typeface="+mj-lt"/>
              </a:defRPr>
            </a:lvl4pPr>
            <a:lvl5pPr marL="0" indent="0" algn="l">
              <a:lnSpc>
                <a:spcPct val="110000"/>
              </a:lnSpc>
              <a:spcBef>
                <a:spcPts val="0"/>
              </a:spcBef>
              <a:spcAft>
                <a:spcPts val="0"/>
              </a:spcAft>
              <a:buNone/>
              <a:defRPr sz="3346" b="1">
                <a:solidFill>
                  <a:schemeClr val="tx1"/>
                </a:solidFill>
                <a:latin typeface="+mj-lt"/>
                <a:ea typeface="+mj-lt"/>
                <a:cs typeface="+mj-lt"/>
              </a:defRPr>
            </a:lvl5pPr>
            <a:lvl6pPr marL="0" indent="0" algn="l">
              <a:lnSpc>
                <a:spcPct val="110000"/>
              </a:lnSpc>
              <a:spcBef>
                <a:spcPts val="0"/>
              </a:spcBef>
              <a:spcAft>
                <a:spcPts val="0"/>
              </a:spcAft>
              <a:buNone/>
              <a:defRPr sz="3346" b="1">
                <a:solidFill>
                  <a:schemeClr val="tx1"/>
                </a:solidFill>
                <a:latin typeface="+mj-lt"/>
                <a:ea typeface="+mj-lt"/>
                <a:cs typeface="+mj-lt"/>
              </a:defRPr>
            </a:lvl6pPr>
            <a:lvl7pPr marL="0" indent="0" algn="l">
              <a:lnSpc>
                <a:spcPct val="110000"/>
              </a:lnSpc>
              <a:spcBef>
                <a:spcPts val="0"/>
              </a:spcBef>
              <a:spcAft>
                <a:spcPts val="0"/>
              </a:spcAft>
              <a:buNone/>
              <a:defRPr sz="3346" b="1">
                <a:solidFill>
                  <a:schemeClr val="tx1"/>
                </a:solidFill>
                <a:latin typeface="+mj-lt"/>
                <a:ea typeface="+mj-lt"/>
                <a:cs typeface="+mj-lt"/>
              </a:defRPr>
            </a:lvl7pPr>
            <a:lvl8pPr marL="0" indent="0" algn="l">
              <a:lnSpc>
                <a:spcPct val="110000"/>
              </a:lnSpc>
              <a:spcBef>
                <a:spcPts val="0"/>
              </a:spcBef>
              <a:spcAft>
                <a:spcPts val="0"/>
              </a:spcAft>
              <a:buNone/>
              <a:defRPr sz="3346" b="1">
                <a:solidFill>
                  <a:schemeClr val="tx1"/>
                </a:solidFill>
                <a:latin typeface="+mj-lt"/>
                <a:ea typeface="+mj-lt"/>
                <a:cs typeface="+mj-lt"/>
              </a:defRPr>
            </a:lvl8pPr>
            <a:lvl9pPr marL="0" indent="0" algn="l">
              <a:lnSpc>
                <a:spcPct val="110000"/>
              </a:lnSpc>
              <a:spcBef>
                <a:spcPts val="0"/>
              </a:spcBef>
              <a:spcAft>
                <a:spcPts val="0"/>
              </a:spcAft>
              <a:buNone/>
              <a:defRPr sz="3346"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E3B1FF-16FD-4CE3-9BB0-953C27D1BC2F}"/>
              </a:ext>
            </a:extLst>
          </p:cNvPr>
          <p:cNvSpPr>
            <a:spLocks xmlns:a="http://schemas.openxmlformats.org/drawingml/2006/main" noGrp="1"/>
          </p:cNvSpPr>
          <p:nvPr>
            <p:ph type="body" idx="1"/>
          </p:nvPr>
        </p:nvSpPr>
        <p:spPr>
          <a:xfrm xmlns:a="http://schemas.openxmlformats.org/drawingml/2006/main">
            <a:off x="720090" y="1931458"/>
            <a:ext cx="11361420" cy="43264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81" b="0">
                <a:solidFill>
                  <a:schemeClr val="tx1"/>
                </a:solidFill>
                <a:latin typeface="+mn-lt"/>
                <a:ea typeface="+mn-lt"/>
                <a:cs typeface="+mn-lt"/>
              </a:defRPr>
            </a:defPPr>
            <a:lvl1pPr marL="231775" indent="-231775" algn="l">
              <a:lnSpc>
                <a:spcPct val="110000"/>
              </a:lnSpc>
              <a:spcBef>
                <a:spcPts val="0"/>
              </a:spcBef>
              <a:spcAft>
                <a:spcPts val="1217"/>
              </a:spcAft>
              <a:buChar char="•"/>
              <a:defRPr sz="2281" b="0">
                <a:solidFill>
                  <a:schemeClr val="tx1"/>
                </a:solidFill>
                <a:latin typeface="+mn-lt"/>
                <a:ea typeface="+mn-lt"/>
                <a:cs typeface="+mn-lt"/>
              </a:defRPr>
            </a:lvl1pPr>
            <a:lvl2pPr marL="540808" indent="-231775" algn="l">
              <a:lnSpc>
                <a:spcPct val="110000"/>
              </a:lnSpc>
              <a:spcBef>
                <a:spcPts val="0"/>
              </a:spcBef>
              <a:spcAft>
                <a:spcPts val="1217"/>
              </a:spcAft>
              <a:buChar char="•"/>
              <a:defRPr sz="2281" b="0">
                <a:solidFill>
                  <a:schemeClr val="tx1"/>
                </a:solidFill>
                <a:latin typeface="+mn-lt"/>
                <a:ea typeface="+mn-lt"/>
                <a:cs typeface="+mn-lt"/>
              </a:defRPr>
            </a:lvl2pPr>
            <a:lvl3pPr marL="849842" indent="-231775" algn="l">
              <a:lnSpc>
                <a:spcPct val="110000"/>
              </a:lnSpc>
              <a:spcBef>
                <a:spcPts val="0"/>
              </a:spcBef>
              <a:spcAft>
                <a:spcPts val="1217"/>
              </a:spcAft>
              <a:buChar char="•"/>
              <a:defRPr sz="2281" b="0">
                <a:solidFill>
                  <a:schemeClr val="tx1"/>
                </a:solidFill>
                <a:latin typeface="+mn-lt"/>
                <a:ea typeface="+mn-lt"/>
                <a:cs typeface="+mn-lt"/>
              </a:defRPr>
            </a:lvl3pPr>
            <a:lvl4pPr marL="1158875" indent="-231775" algn="l">
              <a:lnSpc>
                <a:spcPct val="110000"/>
              </a:lnSpc>
              <a:spcBef>
                <a:spcPts val="0"/>
              </a:spcBef>
              <a:spcAft>
                <a:spcPts val="1217"/>
              </a:spcAft>
              <a:buChar char="•"/>
              <a:defRPr sz="2281" b="0">
                <a:solidFill>
                  <a:schemeClr val="tx1"/>
                </a:solidFill>
                <a:latin typeface="+mn-lt"/>
                <a:ea typeface="+mn-lt"/>
                <a:cs typeface="+mn-lt"/>
              </a:defRPr>
            </a:lvl4pPr>
            <a:lvl5pPr marL="1467908" indent="-231775" algn="l">
              <a:lnSpc>
                <a:spcPct val="110000"/>
              </a:lnSpc>
              <a:spcBef>
                <a:spcPts val="0"/>
              </a:spcBef>
              <a:spcAft>
                <a:spcPts val="1217"/>
              </a:spcAft>
              <a:buChar char="•"/>
              <a:defRPr sz="2281" b="0">
                <a:solidFill>
                  <a:schemeClr val="tx1"/>
                </a:solidFill>
                <a:latin typeface="+mn-lt"/>
                <a:ea typeface="+mn-lt"/>
                <a:cs typeface="+mn-lt"/>
              </a:defRPr>
            </a:lvl5pPr>
            <a:lvl6pPr marL="1776942" indent="-231775" algn="l">
              <a:lnSpc>
                <a:spcPct val="110000"/>
              </a:lnSpc>
              <a:spcBef>
                <a:spcPts val="0"/>
              </a:spcBef>
              <a:spcAft>
                <a:spcPts val="1217"/>
              </a:spcAft>
              <a:buChar char="•"/>
              <a:defRPr sz="2281" b="0">
                <a:solidFill>
                  <a:schemeClr val="tx1"/>
                </a:solidFill>
                <a:latin typeface="+mn-lt"/>
                <a:ea typeface="+mn-lt"/>
                <a:cs typeface="+mn-lt"/>
              </a:defRPr>
            </a:lvl6pPr>
            <a:lvl7pPr marL="2085975" indent="-231775" algn="l">
              <a:lnSpc>
                <a:spcPct val="110000"/>
              </a:lnSpc>
              <a:spcBef>
                <a:spcPts val="0"/>
              </a:spcBef>
              <a:spcAft>
                <a:spcPts val="1217"/>
              </a:spcAft>
              <a:buChar char="•"/>
              <a:defRPr sz="2281" b="0">
                <a:solidFill>
                  <a:schemeClr val="tx1"/>
                </a:solidFill>
                <a:latin typeface="+mn-lt"/>
                <a:ea typeface="+mn-lt"/>
                <a:cs typeface="+mn-lt"/>
              </a:defRPr>
            </a:lvl7pPr>
            <a:lvl8pPr marL="2395008" indent="-231775" algn="l">
              <a:lnSpc>
                <a:spcPct val="110000"/>
              </a:lnSpc>
              <a:spcBef>
                <a:spcPts val="0"/>
              </a:spcBef>
              <a:spcAft>
                <a:spcPts val="1217"/>
              </a:spcAft>
              <a:buChar char="•"/>
              <a:defRPr sz="2281" b="0">
                <a:solidFill>
                  <a:schemeClr val="tx1"/>
                </a:solidFill>
                <a:latin typeface="+mn-lt"/>
                <a:ea typeface="+mn-lt"/>
                <a:cs typeface="+mn-lt"/>
              </a:defRPr>
            </a:lvl8pPr>
            <a:lvl9pPr marL="2704042" indent="-231775" algn="l">
              <a:lnSpc>
                <a:spcPct val="110000"/>
              </a:lnSpc>
              <a:spcBef>
                <a:spcPts val="0"/>
              </a:spcBef>
              <a:spcAft>
                <a:spcPts val="1217"/>
              </a:spcAft>
              <a:buChar char="•"/>
              <a:defRPr sz="228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61F672-4337-4E31-ADEC-2B10F49BF4E7}"/>
              </a:ext>
            </a:extLst>
          </p:cNvPr>
          <p:cNvSpPr>
            <a:spLocks xmlns:a="http://schemas.openxmlformats.org/drawingml/2006/main" noGrp="1"/>
          </p:cNvSpPr>
          <p:nvPr>
            <p:ph type="title" idx="0"/>
          </p:nvPr>
        </p:nvSpPr>
        <p:spPr>
          <a:xfrm xmlns:a="http://schemas.openxmlformats.org/drawingml/2006/main">
            <a:off x="720090" y="540808"/>
            <a:ext cx="11361420" cy="8498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46" b="1">
                <a:solidFill>
                  <a:schemeClr val="tx1"/>
                </a:solidFill>
                <a:latin typeface="+mj-lt"/>
                <a:ea typeface="+mj-lt"/>
                <a:cs typeface="+mj-lt"/>
              </a:defRPr>
            </a:defPPr>
            <a:lvl1pPr marL="0" indent="0" algn="l">
              <a:lnSpc>
                <a:spcPct val="110000"/>
              </a:lnSpc>
              <a:spcBef>
                <a:spcPts val="0"/>
              </a:spcBef>
              <a:spcAft>
                <a:spcPts val="0"/>
              </a:spcAft>
              <a:buNone/>
              <a:defRPr sz="3346" b="1">
                <a:solidFill>
                  <a:schemeClr val="tx1"/>
                </a:solidFill>
                <a:latin typeface="+mj-lt"/>
                <a:ea typeface="+mj-lt"/>
                <a:cs typeface="+mj-lt"/>
              </a:defRPr>
            </a:lvl1pPr>
            <a:lvl2pPr marL="0" indent="0" algn="l">
              <a:lnSpc>
                <a:spcPct val="110000"/>
              </a:lnSpc>
              <a:spcBef>
                <a:spcPts val="0"/>
              </a:spcBef>
              <a:spcAft>
                <a:spcPts val="0"/>
              </a:spcAft>
              <a:buNone/>
              <a:defRPr sz="3346" b="1">
                <a:solidFill>
                  <a:schemeClr val="tx1"/>
                </a:solidFill>
                <a:latin typeface="+mj-lt"/>
                <a:ea typeface="+mj-lt"/>
                <a:cs typeface="+mj-lt"/>
              </a:defRPr>
            </a:lvl2pPr>
            <a:lvl3pPr marL="0" indent="0" algn="l">
              <a:lnSpc>
                <a:spcPct val="110000"/>
              </a:lnSpc>
              <a:spcBef>
                <a:spcPts val="0"/>
              </a:spcBef>
              <a:spcAft>
                <a:spcPts val="0"/>
              </a:spcAft>
              <a:buNone/>
              <a:defRPr sz="3346" b="1">
                <a:solidFill>
                  <a:schemeClr val="tx1"/>
                </a:solidFill>
                <a:latin typeface="+mj-lt"/>
                <a:ea typeface="+mj-lt"/>
                <a:cs typeface="+mj-lt"/>
              </a:defRPr>
            </a:lvl3pPr>
            <a:lvl4pPr marL="0" indent="0" algn="l">
              <a:lnSpc>
                <a:spcPct val="110000"/>
              </a:lnSpc>
              <a:spcBef>
                <a:spcPts val="0"/>
              </a:spcBef>
              <a:spcAft>
                <a:spcPts val="0"/>
              </a:spcAft>
              <a:buNone/>
              <a:defRPr sz="3346" b="1">
                <a:solidFill>
                  <a:schemeClr val="tx1"/>
                </a:solidFill>
                <a:latin typeface="+mj-lt"/>
                <a:ea typeface="+mj-lt"/>
                <a:cs typeface="+mj-lt"/>
              </a:defRPr>
            </a:lvl4pPr>
            <a:lvl5pPr marL="0" indent="0" algn="l">
              <a:lnSpc>
                <a:spcPct val="110000"/>
              </a:lnSpc>
              <a:spcBef>
                <a:spcPts val="0"/>
              </a:spcBef>
              <a:spcAft>
                <a:spcPts val="0"/>
              </a:spcAft>
              <a:buNone/>
              <a:defRPr sz="3346" b="1">
                <a:solidFill>
                  <a:schemeClr val="tx1"/>
                </a:solidFill>
                <a:latin typeface="+mj-lt"/>
                <a:ea typeface="+mj-lt"/>
                <a:cs typeface="+mj-lt"/>
              </a:defRPr>
            </a:lvl5pPr>
            <a:lvl6pPr marL="0" indent="0" algn="l">
              <a:lnSpc>
                <a:spcPct val="110000"/>
              </a:lnSpc>
              <a:spcBef>
                <a:spcPts val="0"/>
              </a:spcBef>
              <a:spcAft>
                <a:spcPts val="0"/>
              </a:spcAft>
              <a:buNone/>
              <a:defRPr sz="3346" b="1">
                <a:solidFill>
                  <a:schemeClr val="tx1"/>
                </a:solidFill>
                <a:latin typeface="+mj-lt"/>
                <a:ea typeface="+mj-lt"/>
                <a:cs typeface="+mj-lt"/>
              </a:defRPr>
            </a:lvl6pPr>
            <a:lvl7pPr marL="0" indent="0" algn="l">
              <a:lnSpc>
                <a:spcPct val="110000"/>
              </a:lnSpc>
              <a:spcBef>
                <a:spcPts val="0"/>
              </a:spcBef>
              <a:spcAft>
                <a:spcPts val="0"/>
              </a:spcAft>
              <a:buNone/>
              <a:defRPr sz="3346" b="1">
                <a:solidFill>
                  <a:schemeClr val="tx1"/>
                </a:solidFill>
                <a:latin typeface="+mj-lt"/>
                <a:ea typeface="+mj-lt"/>
                <a:cs typeface="+mj-lt"/>
              </a:defRPr>
            </a:lvl7pPr>
            <a:lvl8pPr marL="0" indent="0" algn="l">
              <a:lnSpc>
                <a:spcPct val="110000"/>
              </a:lnSpc>
              <a:spcBef>
                <a:spcPts val="0"/>
              </a:spcBef>
              <a:spcAft>
                <a:spcPts val="0"/>
              </a:spcAft>
              <a:buNone/>
              <a:defRPr sz="3346" b="1">
                <a:solidFill>
                  <a:schemeClr val="tx1"/>
                </a:solidFill>
                <a:latin typeface="+mj-lt"/>
                <a:ea typeface="+mj-lt"/>
                <a:cs typeface="+mj-lt"/>
              </a:defRPr>
            </a:lvl8pPr>
            <a:lvl9pPr marL="0" indent="0" algn="l">
              <a:lnSpc>
                <a:spcPct val="110000"/>
              </a:lnSpc>
              <a:spcBef>
                <a:spcPts val="0"/>
              </a:spcBef>
              <a:spcAft>
                <a:spcPts val="0"/>
              </a:spcAft>
              <a:buNone/>
              <a:defRPr sz="3346"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62D7DF-34C9-41E9-BE4B-56B20AB48DE4}"/>
              </a:ext>
            </a:extLst>
          </p:cNvPr>
          <p:cNvSpPr>
            <a:spLocks xmlns:a="http://schemas.openxmlformats.org/drawingml/2006/main" noGrp="1"/>
          </p:cNvSpPr>
          <p:nvPr>
            <p:ph type="body" idx="1"/>
          </p:nvPr>
        </p:nvSpPr>
        <p:spPr>
          <a:xfrm xmlns:a="http://schemas.openxmlformats.org/drawingml/2006/main">
            <a:off x="720090" y="1931458"/>
            <a:ext cx="5280660" cy="43264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29" b="0">
                <a:solidFill>
                  <a:schemeClr val="tx1"/>
                </a:solidFill>
                <a:latin typeface="+mn-lt"/>
                <a:ea typeface="+mn-lt"/>
                <a:cs typeface="+mn-lt"/>
              </a:defRPr>
            </a:defPPr>
            <a:lvl1pPr marL="231775" indent="-231775" algn="l">
              <a:lnSpc>
                <a:spcPct val="110000"/>
              </a:lnSpc>
              <a:spcBef>
                <a:spcPts val="0"/>
              </a:spcBef>
              <a:spcAft>
                <a:spcPts val="1217"/>
              </a:spcAft>
              <a:buChar char="•"/>
              <a:defRPr sz="2129" b="0">
                <a:solidFill>
                  <a:schemeClr val="tx1"/>
                </a:solidFill>
                <a:latin typeface="+mn-lt"/>
                <a:ea typeface="+mn-lt"/>
                <a:cs typeface="+mn-lt"/>
              </a:defRPr>
            </a:lvl1pPr>
            <a:lvl2pPr marL="540808" indent="-231775" algn="l">
              <a:lnSpc>
                <a:spcPct val="110000"/>
              </a:lnSpc>
              <a:spcBef>
                <a:spcPts val="0"/>
              </a:spcBef>
              <a:spcAft>
                <a:spcPts val="1217"/>
              </a:spcAft>
              <a:buChar char="•"/>
              <a:defRPr sz="2129" b="0">
                <a:solidFill>
                  <a:schemeClr val="tx1"/>
                </a:solidFill>
                <a:latin typeface="+mn-lt"/>
                <a:ea typeface="+mn-lt"/>
                <a:cs typeface="+mn-lt"/>
              </a:defRPr>
            </a:lvl2pPr>
            <a:lvl3pPr marL="849842" indent="-231775" algn="l">
              <a:lnSpc>
                <a:spcPct val="110000"/>
              </a:lnSpc>
              <a:spcBef>
                <a:spcPts val="0"/>
              </a:spcBef>
              <a:spcAft>
                <a:spcPts val="1217"/>
              </a:spcAft>
              <a:buChar char="•"/>
              <a:defRPr sz="2129" b="0">
                <a:solidFill>
                  <a:schemeClr val="tx1"/>
                </a:solidFill>
                <a:latin typeface="+mn-lt"/>
                <a:ea typeface="+mn-lt"/>
                <a:cs typeface="+mn-lt"/>
              </a:defRPr>
            </a:lvl3pPr>
            <a:lvl4pPr marL="1158875" indent="-231775" algn="l">
              <a:lnSpc>
                <a:spcPct val="110000"/>
              </a:lnSpc>
              <a:spcBef>
                <a:spcPts val="0"/>
              </a:spcBef>
              <a:spcAft>
                <a:spcPts val="1217"/>
              </a:spcAft>
              <a:buChar char="•"/>
              <a:defRPr sz="2129" b="0">
                <a:solidFill>
                  <a:schemeClr val="tx1"/>
                </a:solidFill>
                <a:latin typeface="+mn-lt"/>
                <a:ea typeface="+mn-lt"/>
                <a:cs typeface="+mn-lt"/>
              </a:defRPr>
            </a:lvl4pPr>
            <a:lvl5pPr marL="1467908" indent="-231775" algn="l">
              <a:lnSpc>
                <a:spcPct val="110000"/>
              </a:lnSpc>
              <a:spcBef>
                <a:spcPts val="0"/>
              </a:spcBef>
              <a:spcAft>
                <a:spcPts val="1217"/>
              </a:spcAft>
              <a:buChar char="•"/>
              <a:defRPr sz="2129" b="0">
                <a:solidFill>
                  <a:schemeClr val="tx1"/>
                </a:solidFill>
                <a:latin typeface="+mn-lt"/>
                <a:ea typeface="+mn-lt"/>
                <a:cs typeface="+mn-lt"/>
              </a:defRPr>
            </a:lvl5pPr>
            <a:lvl6pPr marL="1776942" indent="-231775" algn="l">
              <a:lnSpc>
                <a:spcPct val="110000"/>
              </a:lnSpc>
              <a:spcBef>
                <a:spcPts val="0"/>
              </a:spcBef>
              <a:spcAft>
                <a:spcPts val="1217"/>
              </a:spcAft>
              <a:buChar char="•"/>
              <a:defRPr sz="2129" b="0">
                <a:solidFill>
                  <a:schemeClr val="tx1"/>
                </a:solidFill>
                <a:latin typeface="+mn-lt"/>
                <a:ea typeface="+mn-lt"/>
                <a:cs typeface="+mn-lt"/>
              </a:defRPr>
            </a:lvl6pPr>
            <a:lvl7pPr marL="2085975" indent="-231775" algn="l">
              <a:lnSpc>
                <a:spcPct val="110000"/>
              </a:lnSpc>
              <a:spcBef>
                <a:spcPts val="0"/>
              </a:spcBef>
              <a:spcAft>
                <a:spcPts val="1217"/>
              </a:spcAft>
              <a:buChar char="•"/>
              <a:defRPr sz="2129" b="0">
                <a:solidFill>
                  <a:schemeClr val="tx1"/>
                </a:solidFill>
                <a:latin typeface="+mn-lt"/>
                <a:ea typeface="+mn-lt"/>
                <a:cs typeface="+mn-lt"/>
              </a:defRPr>
            </a:lvl7pPr>
            <a:lvl8pPr marL="2395008" indent="-231775" algn="l">
              <a:lnSpc>
                <a:spcPct val="110000"/>
              </a:lnSpc>
              <a:spcBef>
                <a:spcPts val="0"/>
              </a:spcBef>
              <a:spcAft>
                <a:spcPts val="1217"/>
              </a:spcAft>
              <a:buChar char="•"/>
              <a:defRPr sz="2129" b="0">
                <a:solidFill>
                  <a:schemeClr val="tx1"/>
                </a:solidFill>
                <a:latin typeface="+mn-lt"/>
                <a:ea typeface="+mn-lt"/>
                <a:cs typeface="+mn-lt"/>
              </a:defRPr>
            </a:lvl8pPr>
            <a:lvl9pPr marL="2704042" indent="-231775" algn="l">
              <a:lnSpc>
                <a:spcPct val="110000"/>
              </a:lnSpc>
              <a:spcBef>
                <a:spcPts val="0"/>
              </a:spcBef>
              <a:spcAft>
                <a:spcPts val="1217"/>
              </a:spcAft>
              <a:buChar char="•"/>
              <a:defRPr sz="212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07D3D7-44E9-4E3D-93BB-23638F7329C3}"/>
              </a:ext>
            </a:extLst>
          </p:cNvPr>
          <p:cNvSpPr>
            <a:spLocks xmlns:a="http://schemas.openxmlformats.org/drawingml/2006/main" noGrp="1"/>
          </p:cNvSpPr>
          <p:nvPr>
            <p:ph type="body" idx="2"/>
          </p:nvPr>
        </p:nvSpPr>
        <p:spPr>
          <a:xfrm xmlns:a="http://schemas.openxmlformats.org/drawingml/2006/main">
            <a:off x="6800850" y="1931458"/>
            <a:ext cx="5280660" cy="43264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29" b="0">
                <a:solidFill>
                  <a:schemeClr val="tx1"/>
                </a:solidFill>
                <a:latin typeface="+mn-lt"/>
                <a:ea typeface="+mn-lt"/>
                <a:cs typeface="+mn-lt"/>
              </a:defRPr>
            </a:defPPr>
            <a:lvl1pPr marL="231775" indent="-231775" algn="l">
              <a:lnSpc>
                <a:spcPct val="110000"/>
              </a:lnSpc>
              <a:spcBef>
                <a:spcPts val="0"/>
              </a:spcBef>
              <a:spcAft>
                <a:spcPts val="1217"/>
              </a:spcAft>
              <a:buChar char="•"/>
              <a:defRPr sz="2129" b="0">
                <a:solidFill>
                  <a:schemeClr val="tx1"/>
                </a:solidFill>
                <a:latin typeface="+mn-lt"/>
                <a:ea typeface="+mn-lt"/>
                <a:cs typeface="+mn-lt"/>
              </a:defRPr>
            </a:lvl1pPr>
            <a:lvl2pPr marL="540808" indent="-231775" algn="l">
              <a:lnSpc>
                <a:spcPct val="110000"/>
              </a:lnSpc>
              <a:spcBef>
                <a:spcPts val="0"/>
              </a:spcBef>
              <a:spcAft>
                <a:spcPts val="1217"/>
              </a:spcAft>
              <a:buChar char="•"/>
              <a:defRPr sz="2129" b="0">
                <a:solidFill>
                  <a:schemeClr val="tx1"/>
                </a:solidFill>
                <a:latin typeface="+mn-lt"/>
                <a:ea typeface="+mn-lt"/>
                <a:cs typeface="+mn-lt"/>
              </a:defRPr>
            </a:lvl2pPr>
            <a:lvl3pPr marL="849842" indent="-231775" algn="l">
              <a:lnSpc>
                <a:spcPct val="110000"/>
              </a:lnSpc>
              <a:spcBef>
                <a:spcPts val="0"/>
              </a:spcBef>
              <a:spcAft>
                <a:spcPts val="1217"/>
              </a:spcAft>
              <a:buChar char="•"/>
              <a:defRPr sz="2129" b="0">
                <a:solidFill>
                  <a:schemeClr val="tx1"/>
                </a:solidFill>
                <a:latin typeface="+mn-lt"/>
                <a:ea typeface="+mn-lt"/>
                <a:cs typeface="+mn-lt"/>
              </a:defRPr>
            </a:lvl3pPr>
            <a:lvl4pPr marL="1158875" indent="-231775" algn="l">
              <a:lnSpc>
                <a:spcPct val="110000"/>
              </a:lnSpc>
              <a:spcBef>
                <a:spcPts val="0"/>
              </a:spcBef>
              <a:spcAft>
                <a:spcPts val="1217"/>
              </a:spcAft>
              <a:buChar char="•"/>
              <a:defRPr sz="2129" b="0">
                <a:solidFill>
                  <a:schemeClr val="tx1"/>
                </a:solidFill>
                <a:latin typeface="+mn-lt"/>
                <a:ea typeface="+mn-lt"/>
                <a:cs typeface="+mn-lt"/>
              </a:defRPr>
            </a:lvl4pPr>
            <a:lvl5pPr marL="1467908" indent="-231775" algn="l">
              <a:lnSpc>
                <a:spcPct val="110000"/>
              </a:lnSpc>
              <a:spcBef>
                <a:spcPts val="0"/>
              </a:spcBef>
              <a:spcAft>
                <a:spcPts val="1217"/>
              </a:spcAft>
              <a:buChar char="•"/>
              <a:defRPr sz="2129" b="0">
                <a:solidFill>
                  <a:schemeClr val="tx1"/>
                </a:solidFill>
                <a:latin typeface="+mn-lt"/>
                <a:ea typeface="+mn-lt"/>
                <a:cs typeface="+mn-lt"/>
              </a:defRPr>
            </a:lvl5pPr>
            <a:lvl6pPr marL="1776942" indent="-231775" algn="l">
              <a:lnSpc>
                <a:spcPct val="110000"/>
              </a:lnSpc>
              <a:spcBef>
                <a:spcPts val="0"/>
              </a:spcBef>
              <a:spcAft>
                <a:spcPts val="1217"/>
              </a:spcAft>
              <a:buChar char="•"/>
              <a:defRPr sz="2129" b="0">
                <a:solidFill>
                  <a:schemeClr val="tx1"/>
                </a:solidFill>
                <a:latin typeface="+mn-lt"/>
                <a:ea typeface="+mn-lt"/>
                <a:cs typeface="+mn-lt"/>
              </a:defRPr>
            </a:lvl6pPr>
            <a:lvl7pPr marL="2085975" indent="-231775" algn="l">
              <a:lnSpc>
                <a:spcPct val="110000"/>
              </a:lnSpc>
              <a:spcBef>
                <a:spcPts val="0"/>
              </a:spcBef>
              <a:spcAft>
                <a:spcPts val="1217"/>
              </a:spcAft>
              <a:buChar char="•"/>
              <a:defRPr sz="2129" b="0">
                <a:solidFill>
                  <a:schemeClr val="tx1"/>
                </a:solidFill>
                <a:latin typeface="+mn-lt"/>
                <a:ea typeface="+mn-lt"/>
                <a:cs typeface="+mn-lt"/>
              </a:defRPr>
            </a:lvl7pPr>
            <a:lvl8pPr marL="2395008" indent="-231775" algn="l">
              <a:lnSpc>
                <a:spcPct val="110000"/>
              </a:lnSpc>
              <a:spcBef>
                <a:spcPts val="0"/>
              </a:spcBef>
              <a:spcAft>
                <a:spcPts val="1217"/>
              </a:spcAft>
              <a:buChar char="•"/>
              <a:defRPr sz="2129" b="0">
                <a:solidFill>
                  <a:schemeClr val="tx1"/>
                </a:solidFill>
                <a:latin typeface="+mn-lt"/>
                <a:ea typeface="+mn-lt"/>
                <a:cs typeface="+mn-lt"/>
              </a:defRPr>
            </a:lvl8pPr>
            <a:lvl9pPr marL="2704042" indent="-231775" algn="l">
              <a:lnSpc>
                <a:spcPct val="110000"/>
              </a:lnSpc>
              <a:spcBef>
                <a:spcPts val="0"/>
              </a:spcBef>
              <a:spcAft>
                <a:spcPts val="1217"/>
              </a:spcAft>
              <a:buChar char="•"/>
              <a:defRPr sz="212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DC0C09-8625-4972-B9FF-E82E73F0CF36}"/>
              </a:ext>
            </a:extLst>
          </p:cNvPr>
          <p:cNvSpPr>
            <a:spLocks xmlns:a="http://schemas.openxmlformats.org/drawingml/2006/main" noGrp="1"/>
          </p:cNvSpPr>
          <p:nvPr>
            <p:ph type="title" idx="0"/>
          </p:nvPr>
        </p:nvSpPr>
        <p:spPr>
          <a:xfrm xmlns:a="http://schemas.openxmlformats.org/drawingml/2006/main">
            <a:off x="720090" y="540808"/>
            <a:ext cx="11361420" cy="8498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46" b="1">
                <a:solidFill>
                  <a:schemeClr val="tx1"/>
                </a:solidFill>
                <a:latin typeface="+mj-lt"/>
                <a:ea typeface="+mj-lt"/>
                <a:cs typeface="+mj-lt"/>
              </a:defRPr>
            </a:defPPr>
            <a:lvl1pPr marL="0" indent="0" algn="l">
              <a:lnSpc>
                <a:spcPct val="110000"/>
              </a:lnSpc>
              <a:spcBef>
                <a:spcPts val="0"/>
              </a:spcBef>
              <a:spcAft>
                <a:spcPts val="0"/>
              </a:spcAft>
              <a:buNone/>
              <a:defRPr sz="3346" b="1">
                <a:solidFill>
                  <a:schemeClr val="tx1"/>
                </a:solidFill>
                <a:latin typeface="+mj-lt"/>
                <a:ea typeface="+mj-lt"/>
                <a:cs typeface="+mj-lt"/>
              </a:defRPr>
            </a:lvl1pPr>
            <a:lvl2pPr marL="0" indent="0" algn="l">
              <a:lnSpc>
                <a:spcPct val="110000"/>
              </a:lnSpc>
              <a:spcBef>
                <a:spcPts val="0"/>
              </a:spcBef>
              <a:spcAft>
                <a:spcPts val="0"/>
              </a:spcAft>
              <a:buNone/>
              <a:defRPr sz="3346" b="1">
                <a:solidFill>
                  <a:schemeClr val="tx1"/>
                </a:solidFill>
                <a:latin typeface="+mj-lt"/>
                <a:ea typeface="+mj-lt"/>
                <a:cs typeface="+mj-lt"/>
              </a:defRPr>
            </a:lvl2pPr>
            <a:lvl3pPr marL="0" indent="0" algn="l">
              <a:lnSpc>
                <a:spcPct val="110000"/>
              </a:lnSpc>
              <a:spcBef>
                <a:spcPts val="0"/>
              </a:spcBef>
              <a:spcAft>
                <a:spcPts val="0"/>
              </a:spcAft>
              <a:buNone/>
              <a:defRPr sz="3346" b="1">
                <a:solidFill>
                  <a:schemeClr val="tx1"/>
                </a:solidFill>
                <a:latin typeface="+mj-lt"/>
                <a:ea typeface="+mj-lt"/>
                <a:cs typeface="+mj-lt"/>
              </a:defRPr>
            </a:lvl3pPr>
            <a:lvl4pPr marL="0" indent="0" algn="l">
              <a:lnSpc>
                <a:spcPct val="110000"/>
              </a:lnSpc>
              <a:spcBef>
                <a:spcPts val="0"/>
              </a:spcBef>
              <a:spcAft>
                <a:spcPts val="0"/>
              </a:spcAft>
              <a:buNone/>
              <a:defRPr sz="3346" b="1">
                <a:solidFill>
                  <a:schemeClr val="tx1"/>
                </a:solidFill>
                <a:latin typeface="+mj-lt"/>
                <a:ea typeface="+mj-lt"/>
                <a:cs typeface="+mj-lt"/>
              </a:defRPr>
            </a:lvl4pPr>
            <a:lvl5pPr marL="0" indent="0" algn="l">
              <a:lnSpc>
                <a:spcPct val="110000"/>
              </a:lnSpc>
              <a:spcBef>
                <a:spcPts val="0"/>
              </a:spcBef>
              <a:spcAft>
                <a:spcPts val="0"/>
              </a:spcAft>
              <a:buNone/>
              <a:defRPr sz="3346" b="1">
                <a:solidFill>
                  <a:schemeClr val="tx1"/>
                </a:solidFill>
                <a:latin typeface="+mj-lt"/>
                <a:ea typeface="+mj-lt"/>
                <a:cs typeface="+mj-lt"/>
              </a:defRPr>
            </a:lvl5pPr>
            <a:lvl6pPr marL="0" indent="0" algn="l">
              <a:lnSpc>
                <a:spcPct val="110000"/>
              </a:lnSpc>
              <a:spcBef>
                <a:spcPts val="0"/>
              </a:spcBef>
              <a:spcAft>
                <a:spcPts val="0"/>
              </a:spcAft>
              <a:buNone/>
              <a:defRPr sz="3346" b="1">
                <a:solidFill>
                  <a:schemeClr val="tx1"/>
                </a:solidFill>
                <a:latin typeface="+mj-lt"/>
                <a:ea typeface="+mj-lt"/>
                <a:cs typeface="+mj-lt"/>
              </a:defRPr>
            </a:lvl6pPr>
            <a:lvl7pPr marL="0" indent="0" algn="l">
              <a:lnSpc>
                <a:spcPct val="110000"/>
              </a:lnSpc>
              <a:spcBef>
                <a:spcPts val="0"/>
              </a:spcBef>
              <a:spcAft>
                <a:spcPts val="0"/>
              </a:spcAft>
              <a:buNone/>
              <a:defRPr sz="3346" b="1">
                <a:solidFill>
                  <a:schemeClr val="tx1"/>
                </a:solidFill>
                <a:latin typeface="+mj-lt"/>
                <a:ea typeface="+mj-lt"/>
                <a:cs typeface="+mj-lt"/>
              </a:defRPr>
            </a:lvl7pPr>
            <a:lvl8pPr marL="0" indent="0" algn="l">
              <a:lnSpc>
                <a:spcPct val="110000"/>
              </a:lnSpc>
              <a:spcBef>
                <a:spcPts val="0"/>
              </a:spcBef>
              <a:spcAft>
                <a:spcPts val="0"/>
              </a:spcAft>
              <a:buNone/>
              <a:defRPr sz="3346" b="1">
                <a:solidFill>
                  <a:schemeClr val="tx1"/>
                </a:solidFill>
                <a:latin typeface="+mj-lt"/>
                <a:ea typeface="+mj-lt"/>
                <a:cs typeface="+mj-lt"/>
              </a:defRPr>
            </a:lvl8pPr>
            <a:lvl9pPr marL="0" indent="0" algn="l">
              <a:lnSpc>
                <a:spcPct val="110000"/>
              </a:lnSpc>
              <a:spcBef>
                <a:spcPts val="0"/>
              </a:spcBef>
              <a:spcAft>
                <a:spcPts val="0"/>
              </a:spcAft>
              <a:buNone/>
              <a:defRPr sz="3346"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0FD946-178C-4ECE-95A5-5CE878910E85}"/>
              </a:ext>
            </a:extLst>
          </p:cNvPr>
          <p:cNvSpPr>
            <a:spLocks xmlns:a="http://schemas.openxmlformats.org/drawingml/2006/main" noGrp="1"/>
          </p:cNvSpPr>
          <p:nvPr>
            <p:ph type="body" idx="1"/>
          </p:nvPr>
        </p:nvSpPr>
        <p:spPr>
          <a:xfrm xmlns:a="http://schemas.openxmlformats.org/drawingml/2006/main">
            <a:off x="720090" y="1931458"/>
            <a:ext cx="5280660" cy="43264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81" b="0">
                <a:solidFill>
                  <a:schemeClr val="tx1"/>
                </a:solidFill>
                <a:latin typeface="+mn-lt"/>
                <a:ea typeface="+mn-lt"/>
                <a:cs typeface="+mn-lt"/>
              </a:defRPr>
            </a:defPPr>
            <a:lvl1pPr marL="231775" indent="-231775" algn="l">
              <a:lnSpc>
                <a:spcPct val="110000"/>
              </a:lnSpc>
              <a:spcBef>
                <a:spcPts val="0"/>
              </a:spcBef>
              <a:spcAft>
                <a:spcPts val="1217"/>
              </a:spcAft>
              <a:buChar char="•"/>
              <a:defRPr sz="2281" b="0">
                <a:solidFill>
                  <a:schemeClr val="tx1"/>
                </a:solidFill>
                <a:latin typeface="+mn-lt"/>
                <a:ea typeface="+mn-lt"/>
                <a:cs typeface="+mn-lt"/>
              </a:defRPr>
            </a:lvl1pPr>
            <a:lvl2pPr marL="540808" indent="-231775" algn="l">
              <a:lnSpc>
                <a:spcPct val="110000"/>
              </a:lnSpc>
              <a:spcBef>
                <a:spcPts val="0"/>
              </a:spcBef>
              <a:spcAft>
                <a:spcPts val="1217"/>
              </a:spcAft>
              <a:buChar char="•"/>
              <a:defRPr sz="2281" b="0">
                <a:solidFill>
                  <a:schemeClr val="tx1"/>
                </a:solidFill>
                <a:latin typeface="+mn-lt"/>
                <a:ea typeface="+mn-lt"/>
                <a:cs typeface="+mn-lt"/>
              </a:defRPr>
            </a:lvl2pPr>
            <a:lvl3pPr marL="849842" indent="-231775" algn="l">
              <a:lnSpc>
                <a:spcPct val="110000"/>
              </a:lnSpc>
              <a:spcBef>
                <a:spcPts val="0"/>
              </a:spcBef>
              <a:spcAft>
                <a:spcPts val="1217"/>
              </a:spcAft>
              <a:buChar char="•"/>
              <a:defRPr sz="2281" b="0">
                <a:solidFill>
                  <a:schemeClr val="tx1"/>
                </a:solidFill>
                <a:latin typeface="+mn-lt"/>
                <a:ea typeface="+mn-lt"/>
                <a:cs typeface="+mn-lt"/>
              </a:defRPr>
            </a:lvl3pPr>
            <a:lvl4pPr marL="1158875" indent="-231775" algn="l">
              <a:lnSpc>
                <a:spcPct val="110000"/>
              </a:lnSpc>
              <a:spcBef>
                <a:spcPts val="0"/>
              </a:spcBef>
              <a:spcAft>
                <a:spcPts val="1217"/>
              </a:spcAft>
              <a:buChar char="•"/>
              <a:defRPr sz="2281" b="0">
                <a:solidFill>
                  <a:schemeClr val="tx1"/>
                </a:solidFill>
                <a:latin typeface="+mn-lt"/>
                <a:ea typeface="+mn-lt"/>
                <a:cs typeface="+mn-lt"/>
              </a:defRPr>
            </a:lvl4pPr>
            <a:lvl5pPr marL="1467908" indent="-231775" algn="l">
              <a:lnSpc>
                <a:spcPct val="110000"/>
              </a:lnSpc>
              <a:spcBef>
                <a:spcPts val="0"/>
              </a:spcBef>
              <a:spcAft>
                <a:spcPts val="1217"/>
              </a:spcAft>
              <a:buChar char="•"/>
              <a:defRPr sz="2281" b="0">
                <a:solidFill>
                  <a:schemeClr val="tx1"/>
                </a:solidFill>
                <a:latin typeface="+mn-lt"/>
                <a:ea typeface="+mn-lt"/>
                <a:cs typeface="+mn-lt"/>
              </a:defRPr>
            </a:lvl5pPr>
            <a:lvl6pPr marL="1776942" indent="-231775" algn="l">
              <a:lnSpc>
                <a:spcPct val="110000"/>
              </a:lnSpc>
              <a:spcBef>
                <a:spcPts val="0"/>
              </a:spcBef>
              <a:spcAft>
                <a:spcPts val="1217"/>
              </a:spcAft>
              <a:buChar char="•"/>
              <a:defRPr sz="2281" b="0">
                <a:solidFill>
                  <a:schemeClr val="tx1"/>
                </a:solidFill>
                <a:latin typeface="+mn-lt"/>
                <a:ea typeface="+mn-lt"/>
                <a:cs typeface="+mn-lt"/>
              </a:defRPr>
            </a:lvl6pPr>
            <a:lvl7pPr marL="2085975" indent="-231775" algn="l">
              <a:lnSpc>
                <a:spcPct val="110000"/>
              </a:lnSpc>
              <a:spcBef>
                <a:spcPts val="0"/>
              </a:spcBef>
              <a:spcAft>
                <a:spcPts val="1217"/>
              </a:spcAft>
              <a:buChar char="•"/>
              <a:defRPr sz="2281" b="0">
                <a:solidFill>
                  <a:schemeClr val="tx1"/>
                </a:solidFill>
                <a:latin typeface="+mn-lt"/>
                <a:ea typeface="+mn-lt"/>
                <a:cs typeface="+mn-lt"/>
              </a:defRPr>
            </a:lvl7pPr>
            <a:lvl8pPr marL="2395008" indent="-231775" algn="l">
              <a:lnSpc>
                <a:spcPct val="110000"/>
              </a:lnSpc>
              <a:spcBef>
                <a:spcPts val="0"/>
              </a:spcBef>
              <a:spcAft>
                <a:spcPts val="1217"/>
              </a:spcAft>
              <a:buChar char="•"/>
              <a:defRPr sz="2281" b="0">
                <a:solidFill>
                  <a:schemeClr val="tx1"/>
                </a:solidFill>
                <a:latin typeface="+mn-lt"/>
                <a:ea typeface="+mn-lt"/>
                <a:cs typeface="+mn-lt"/>
              </a:defRPr>
            </a:lvl8pPr>
            <a:lvl9pPr marL="2704042" indent="-231775" algn="l">
              <a:lnSpc>
                <a:spcPct val="110000"/>
              </a:lnSpc>
              <a:spcBef>
                <a:spcPts val="0"/>
              </a:spcBef>
              <a:spcAft>
                <a:spcPts val="1217"/>
              </a:spcAft>
              <a:buChar char="•"/>
              <a:defRPr sz="228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41f283d9db480f" /><Relationship Type="http://schemas.openxmlformats.org/officeDocument/2006/relationships/slideLayout" Target="/ppt/slideLayouts/slideLayout1.xml" Id="Raa573f53e7c44239" /><Relationship Type="http://schemas.openxmlformats.org/officeDocument/2006/relationships/slideLayout" Target="/ppt/slideLayouts/slideLayout2.xml" Id="R70fd4c83507f4c12" /><Relationship Type="http://schemas.openxmlformats.org/officeDocument/2006/relationships/slideLayout" Target="/ppt/slideLayouts/slideLayout3.xml" Id="Rc3f5207a0ad5434b" /><Relationship Type="http://schemas.openxmlformats.org/officeDocument/2006/relationships/slideLayout" Target="/ppt/slideLayouts/slideLayout4.xml" Id="R3b667961d5344193" /><Relationship Type="http://schemas.openxmlformats.org/officeDocument/2006/relationships/slideLayout" Target="/ppt/slideLayouts/slideLayout5.xml" Id="R86bb963c5f674026" /><Relationship Type="http://schemas.openxmlformats.org/officeDocument/2006/relationships/slideLayout" Target="/ppt/slideLayouts/slideLayout6.xml" Id="R016b3ac9c87045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573f53e7c44239"/>
    <p:sldLayoutId xmlns:r="http://schemas.openxmlformats.org/officeDocument/2006/relationships" id="2147483650" r:id="R70fd4c83507f4c12"/>
    <p:sldLayoutId xmlns:r="http://schemas.openxmlformats.org/officeDocument/2006/relationships" id="2147483651" r:id="Rc3f5207a0ad5434b"/>
    <p:sldLayoutId xmlns:r="http://schemas.openxmlformats.org/officeDocument/2006/relationships" id="2147483652" r:id="R3b667961d5344193"/>
    <p:sldLayoutId xmlns:r="http://schemas.openxmlformats.org/officeDocument/2006/relationships" id="2147483653" r:id="R86bb963c5f674026"/>
    <p:sldLayoutId xmlns:r="http://schemas.openxmlformats.org/officeDocument/2006/relationships" id="2147483654" r:id="R016b3ac9c87045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9ea59ad84b4199" /><Relationship Type="http://schemas.openxmlformats.org/officeDocument/2006/relationships/chart" Target="/ppt/slides/charts/chart1.xml" Id="R7e059928ce994f9f" /><Relationship Type="http://schemas.openxmlformats.org/officeDocument/2006/relationships/chart" Target="/ppt/slides/charts/chart2.xml" Id="Rfa5850c507e14a9f" /><Relationship Type="http://schemas.openxmlformats.org/officeDocument/2006/relationships/chart" Target="/ppt/slides/charts/chart3.xml" Id="R1a60778a05b04885" /><Relationship Type="http://schemas.openxmlformats.org/officeDocument/2006/relationships/chart" Target="/ppt/slides/charts/chart4.xml" Id="R2cdcf40f6fbc40a2" /><Relationship Type="http://schemas.openxmlformats.org/officeDocument/2006/relationships/chart" Target="/ppt/slides/charts/chart5.xml" Id="Rd9f894a3aa614369" /><Relationship Type="http://schemas.openxmlformats.org/officeDocument/2006/relationships/chart" Target="/ppt/slides/charts/chart6.xml" Id="R18b31092227a46be" /><Relationship Type="http://schemas.openxmlformats.org/officeDocument/2006/relationships/notesSlide" Target="/ppt/notesSlides/notesSlide1.xml" Id="R2c2e80cce781492b" /></Relationships>
</file>

<file path=ppt/slides/charts/chart1.xml><?xml version="1.0" encoding="utf-8"?>
<c:chartSpace xmlns:c="http://schemas.openxmlformats.org/drawingml/2006/chart">
  <c:lang val="en-US"/>
  <c:chart>
    <c:plotArea>
      <c:lineChart>
        <c:grouping val="standard"/>
        <c:varyColors val="0"/>
        <c:ser>
          <c:idx val="0"/>
          <c:order val="0"/>
          <c:tx>
            <c:v>Mean NROE</c:v>
          </c:tx>
          <c:spPr>
            <a:ln xmlns:a="http://schemas.openxmlformats.org/drawingml/2006/main" w="19050">
              <a:solidFill>
                <a:srgbClr val="0072B2"/>
              </a:solidFill>
              <a:prstDash val="solid"/>
            </a:ln>
          </c:spPr>
          <c:marker>
            <c:symbol val="circle"/>
            <c:size val="7"/>
            <c:spPr>
              <a:solidFill xmlns:a="http://schemas.openxmlformats.org/drawingml/2006/main">
                <a:srgbClr val="0072B2"/>
              </a:solidFill>
            </c:spPr>
          </c:marker>
          <c:dLbls>
            <c:numFmt formatCode="0.00" sourceLinked="0"/>
            <c:txPr>
              <a:bodyPr xmlns:a="http://schemas.openxmlformats.org/drawingml/2006/main" anchorCtr="1"/>
              <a:lstStyle xmlns:a="http://schemas.openxmlformats.org/drawingml/2006/main"/>
              <a:p xmlns:a="http://schemas.openxmlformats.org/drawingml/2006/main">
                <a:pPr>
                  <a:defRPr sz="1125">
                    <a:solidFill>
                      <a:srgbClr val="0072B2"/>
                    </a:solidFill>
                  </a:defRPr>
                </a:pPr>
              </a:p>
            </c:txPr>
            <c:dLblPos val="t"/>
            <c:showLegendKey val="0"/>
            <c:showVal val="1"/>
            <c:showCatName val="0"/>
            <c:showSerName val="0"/>
            <c:showPercent val="0"/>
            <c:showBubbleSize val="0"/>
            <c:showLeaderLines val="0"/>
          </c:dLbls>
          <c:cat>
            <c:strLit>
              <c:ptCount val="4"/>
              <c:pt idx="0">
                <c:v>P</c:v>
              </c:pt>
              <c:pt idx="1">
                <c:v>R2</c:v>
              </c:pt>
              <c:pt idx="2">
                <c:v>R20</c:v>
              </c:pt>
              <c:pt idx="3">
                <c:v>R100</c:v>
              </c:pt>
            </c:strLit>
          </c:cat>
          <c:val>
            <c:numLit>
              <c:formatCode>0</c:formatCode>
              <c:ptCount val="4"/>
              <c:pt idx="0">
                <c:v>9.60801028939496</c:v>
              </c:pt>
              <c:pt idx="1">
                <c:v>8.560305189314619</c:v>
              </c:pt>
              <c:pt idx="2">
                <c:v>0.018944992441107405</c:v>
              </c:pt>
              <c:pt idx="3">
                <c:v>0.018944992441107405</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5715">
              <a:solidFill>
                <a:srgbClr val="D9DFE3"/>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263238"/>
                    </a:solidFill>
                    <a:latin typeface="Arial"/>
                    <a:ea typeface="Arial"/>
                    <a:cs typeface="Arial"/>
                  </a:rPr>
                  <a:t>NROE (% axis)</a:t>
                </a:r>
              </a:p>
            </c:rich>
          </c:tx>
          <c:overlay val="0"/>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title>
        <c:numFmt formatCode="0"/>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lineChart>
        <c:grouping val="standard"/>
        <c:varyColors val="0"/>
        <c:ser>
          <c:idx val="0"/>
          <c:order val="0"/>
          <c:tx>
            <c:v>Mean</c:v>
          </c:tx>
          <c:spPr>
            <a:ln xmlns:a="http://schemas.openxmlformats.org/drawingml/2006/main" w="19050">
              <a:solidFill>
                <a:srgbClr val="009E73"/>
              </a:solidFill>
              <a:prstDash val="solid"/>
            </a:ln>
          </c:spPr>
          <c:marker>
            <c:symbol val="circle"/>
            <c:size val="7"/>
            <c:spPr>
              <a:solidFill xmlns:a="http://schemas.openxmlformats.org/drawingml/2006/main">
                <a:srgbClr val="009E73"/>
              </a:solidFill>
            </c:spPr>
          </c:marker>
          <c:cat>
            <c:strLit>
              <c:ptCount val="4"/>
              <c:pt idx="0">
                <c:v>P</c:v>
              </c:pt>
              <c:pt idx="1">
                <c:v>R2</c:v>
              </c:pt>
              <c:pt idx="2">
                <c:v>R20</c:v>
              </c:pt>
              <c:pt idx="3">
                <c:v>R100</c:v>
              </c:pt>
            </c:strLit>
          </c:cat>
          <c:val>
            <c:numLit>
              <c:formatCode>0</c:formatCode>
              <c:ptCount val="4"/>
              <c:pt idx="0">
                <c:v>0</c:v>
              </c:pt>
              <c:pt idx="1">
                <c:v>3.5151220098211993</c:v>
              </c:pt>
              <c:pt idx="2">
                <c:v>14.442120575477635</c:v>
              </c:pt>
              <c:pt idx="3">
                <c:v>14.442120575477635</c:v>
              </c:pt>
            </c:numLit>
          </c:val>
          <c:smooth val="0"/>
        </c:ser>
        <c:ser>
          <c:idx val="1"/>
          <c:order val="1"/>
          <c:tx>
            <c:v>Maximum</c:v>
          </c:tx>
          <c:spPr>
            <a:ln xmlns:a="http://schemas.openxmlformats.org/drawingml/2006/main" w="19050">
              <a:solidFill>
                <a:srgbClr val="D55E00"/>
              </a:solidFill>
              <a:prstDash val="dash"/>
            </a:ln>
          </c:spPr>
          <c:marker>
            <c:symbol val="square"/>
            <c:size val="7"/>
            <c:spPr>
              <a:solidFill xmlns:a="http://schemas.openxmlformats.org/drawingml/2006/main">
                <a:srgbClr val="D55E00"/>
              </a:solidFill>
            </c:spPr>
          </c:marker>
          <c:cat>
            <c:strLit>
              <c:ptCount val="4"/>
              <c:pt idx="0">
                <c:v>P</c:v>
              </c:pt>
              <c:pt idx="1">
                <c:v>R2</c:v>
              </c:pt>
              <c:pt idx="2">
                <c:v>R20</c:v>
              </c:pt>
              <c:pt idx="3">
                <c:v>R100</c:v>
              </c:pt>
            </c:strLit>
          </c:cat>
          <c:val>
            <c:numLit>
              <c:formatCode>0</c:formatCode>
              <c:ptCount val="4"/>
              <c:pt idx="0">
                <c:v>0</c:v>
              </c:pt>
              <c:pt idx="1">
                <c:v>11.536592617630959</c:v>
              </c:pt>
              <c:pt idx="2">
                <c:v>31.020512004390362</c:v>
              </c:pt>
              <c:pt idx="3">
                <c:v>31.020512004390362</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5715">
              <a:solidFill>
                <a:srgbClr val="D9DFE3"/>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263238"/>
                    </a:solidFill>
                    <a:latin typeface="Arial"/>
                    <a:ea typeface="Arial"/>
                    <a:cs typeface="Arial"/>
                  </a:rPr>
                  <a:t>NMLE (% scalar range)</a:t>
                </a:r>
              </a:p>
            </c:rich>
          </c:tx>
          <c:overlay val="0"/>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title>
        <c:numFmt formatCode="0"/>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plotArea>
      <c:lineChart>
        <c:grouping val="standard"/>
        <c:varyColors val="0"/>
        <c:ser>
          <c:idx val="0"/>
          <c:order val="0"/>
          <c:tx>
            <c:v>Spatial</c:v>
          </c:tx>
          <c:spPr>
            <a:ln xmlns:a="http://schemas.openxmlformats.org/drawingml/2006/main" w="19050">
              <a:solidFill>
                <a:srgbClr val="D55E00"/>
              </a:solidFill>
              <a:prstDash val="solid"/>
            </a:ln>
          </c:spPr>
          <c:marker>
            <c:symbol val="circle"/>
            <c:size val="7"/>
            <c:spPr>
              <a:solidFill xmlns:a="http://schemas.openxmlformats.org/drawingml/2006/main">
                <a:srgbClr val="D55E00"/>
              </a:solidFill>
            </c:spPr>
          </c:marker>
          <c:cat>
            <c:strLit>
              <c:ptCount val="4"/>
              <c:pt idx="0">
                <c:v>P</c:v>
              </c:pt>
              <c:pt idx="1">
                <c:v>R2</c:v>
              </c:pt>
              <c:pt idx="2">
                <c:v>R20</c:v>
              </c:pt>
              <c:pt idx="3">
                <c:v>R100</c:v>
              </c:pt>
            </c:strLit>
          </c:cat>
          <c:val>
            <c:numLit>
              <c:formatCode>0</c:formatCode>
              <c:ptCount val="4"/>
              <c:pt idx="0">
                <c:v>54.72982975573649</c:v>
              </c:pt>
              <c:pt idx="1">
                <c:v>48.52701702442635</c:v>
              </c:pt>
              <c:pt idx="2">
                <c:v>30.495928941524795</c:v>
              </c:pt>
              <c:pt idx="3">
                <c:v>30.495928941524795</c:v>
              </c:pt>
            </c:numLit>
          </c:val>
          <c:smooth val="0"/>
        </c:ser>
        <c:ser>
          <c:idx val="1"/>
          <c:order val="1"/>
          <c:tx>
            <c:v>Projected</c:v>
          </c:tx>
          <c:spPr>
            <a:ln xmlns:a="http://schemas.openxmlformats.org/drawingml/2006/main" w="19050">
              <a:solidFill>
                <a:srgbClr val="009E73"/>
              </a:solidFill>
              <a:prstDash val="solid"/>
            </a:ln>
          </c:spPr>
          <c:marker>
            <c:symbol val="circle"/>
            <c:size val="7"/>
            <c:spPr>
              <a:solidFill xmlns:a="http://schemas.openxmlformats.org/drawingml/2006/main">
                <a:srgbClr val="009E73"/>
              </a:solidFill>
            </c:spPr>
          </c:marker>
          <c:cat>
            <c:strLit>
              <c:ptCount val="4"/>
              <c:pt idx="0">
                <c:v>P</c:v>
              </c:pt>
              <c:pt idx="1">
                <c:v>R2</c:v>
              </c:pt>
              <c:pt idx="2">
                <c:v>R20</c:v>
              </c:pt>
              <c:pt idx="3">
                <c:v>R100</c:v>
              </c:pt>
            </c:strLit>
          </c:cat>
          <c:val>
            <c:numLit>
              <c:formatCode>0</c:formatCode>
              <c:ptCount val="4"/>
              <c:pt idx="0">
                <c:v>52.38293012148271</c:v>
              </c:pt>
              <c:pt idx="1">
                <c:v>40.73304952756723</c:v>
              </c:pt>
              <c:pt idx="2">
                <c:v>2.491953068217215</c:v>
              </c:pt>
              <c:pt idx="3">
                <c:v>2.491953068217215</c:v>
              </c:pt>
            </c:numLit>
          </c:val>
          <c:smooth val="0"/>
        </c:ser>
        <c:ser>
          <c:idx val="2"/>
          <c:order val="2"/>
          <c:tx>
            <c:v>Exact projection, spatial</c:v>
          </c:tx>
          <c:spPr>
            <a:ln xmlns:a="http://schemas.openxmlformats.org/drawingml/2006/main" w="11430">
              <a:solidFill>
                <a:srgbClr val="7B8790"/>
              </a:solidFill>
              <a:prstDash val="dash"/>
            </a:ln>
          </c:spPr>
          <c:marker>
            <c:symbol val="none"/>
          </c:marker>
          <c:cat>
            <c:strLit>
              <c:ptCount val="4"/>
              <c:pt idx="0">
                <c:v>P</c:v>
              </c:pt>
              <c:pt idx="1">
                <c:v>R2</c:v>
              </c:pt>
              <c:pt idx="2">
                <c:v>R20</c:v>
              </c:pt>
              <c:pt idx="3">
                <c:v>R100</c:v>
              </c:pt>
            </c:strLit>
          </c:cat>
          <c:val>
            <c:numLit>
              <c:formatCode>0</c:formatCode>
              <c:ptCount val="4"/>
              <c:pt idx="0">
                <c:v>30.495928941524795</c:v>
              </c:pt>
              <c:pt idx="1">
                <c:v>30.495928941524795</c:v>
              </c:pt>
              <c:pt idx="2">
                <c:v>30.495928941524795</c:v>
              </c:pt>
              <c:pt idx="3">
                <c:v>30.495928941524795</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5715">
              <a:solidFill>
                <a:srgbClr val="D9DFE3"/>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263238"/>
                    </a:solidFill>
                    <a:latin typeface="Arial"/>
                    <a:ea typeface="Arial"/>
                    <a:cs typeface="Arial"/>
                  </a:rPr>
                  <a:t>ME (% clear events)</a:t>
                </a:r>
              </a:p>
            </c:rich>
          </c:tx>
          <c:overlay val="0"/>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title>
        <c:numFmt formatCode="0"/>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4.xml><?xml version="1.0" encoding="utf-8"?>
<c:chartSpace xmlns:c="http://schemas.openxmlformats.org/drawingml/2006/chart">
  <c:lang val="en-US"/>
  <c:chart>
    <c:plotArea>
      <c:lineChart>
        <c:grouping val="standard"/>
        <c:varyColors val="0"/>
        <c:ser>
          <c:idx val="0"/>
          <c:order val="0"/>
          <c:tx>
            <c:v>Mean NROE</c:v>
          </c:tx>
          <c:spPr>
            <a:ln xmlns:a="http://schemas.openxmlformats.org/drawingml/2006/main" w="19050">
              <a:solidFill>
                <a:srgbClr val="0072B2"/>
              </a:solidFill>
              <a:prstDash val="solid"/>
            </a:ln>
          </c:spPr>
          <c:marker>
            <c:symbol val="circle"/>
            <c:size val="7"/>
            <c:spPr>
              <a:solidFill xmlns:a="http://schemas.openxmlformats.org/drawingml/2006/main">
                <a:srgbClr val="0072B2"/>
              </a:solidFill>
            </c:spPr>
          </c:marker>
          <c:dLbls>
            <c:numFmt formatCode="0.00" sourceLinked="0"/>
            <c:txPr>
              <a:bodyPr xmlns:a="http://schemas.openxmlformats.org/drawingml/2006/main" anchorCtr="1"/>
              <a:lstStyle xmlns:a="http://schemas.openxmlformats.org/drawingml/2006/main"/>
              <a:p xmlns:a="http://schemas.openxmlformats.org/drawingml/2006/main">
                <a:pPr>
                  <a:defRPr sz="1125">
                    <a:solidFill>
                      <a:srgbClr val="0072B2"/>
                    </a:solidFill>
                  </a:defRPr>
                </a:pPr>
              </a:p>
            </c:txPr>
            <c:dLblPos val="t"/>
            <c:showLegendKey val="0"/>
            <c:showVal val="1"/>
            <c:showCatName val="0"/>
            <c:showSerName val="0"/>
            <c:showPercent val="0"/>
            <c:showBubbleSize val="0"/>
            <c:showLeaderLines val="0"/>
          </c:dLbls>
          <c:cat>
            <c:strLit>
              <c:ptCount val="4"/>
              <c:pt idx="0">
                <c:v>P</c:v>
              </c:pt>
              <c:pt idx="1">
                <c:v>R2</c:v>
              </c:pt>
              <c:pt idx="2">
                <c:v>R20</c:v>
              </c:pt>
              <c:pt idx="3">
                <c:v>R100</c:v>
              </c:pt>
            </c:strLit>
          </c:cat>
          <c:val>
            <c:numLit>
              <c:formatCode>0</c:formatCode>
              <c:ptCount val="4"/>
              <c:pt idx="0">
                <c:v>12.262218320163885</c:v>
              </c:pt>
              <c:pt idx="1">
                <c:v>0.24875621890547256</c:v>
              </c:pt>
              <c:pt idx="2">
                <c:v>0.0841381328650863</c:v>
              </c:pt>
              <c:pt idx="3">
                <c:v>0.0841381328650863</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5715">
              <a:solidFill>
                <a:srgbClr val="D9DFE3"/>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263238"/>
                    </a:solidFill>
                    <a:latin typeface="Arial"/>
                    <a:ea typeface="Arial"/>
                    <a:cs typeface="Arial"/>
                  </a:rPr>
                  <a:t>NROE (% axis)</a:t>
                </a:r>
              </a:p>
            </c:rich>
          </c:tx>
          <c:overlay val="0"/>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title>
        <c:numFmt formatCode="0"/>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5.xml><?xml version="1.0" encoding="utf-8"?>
<c:chartSpace xmlns:c="http://schemas.openxmlformats.org/drawingml/2006/chart">
  <c:lang val="en-US"/>
  <c:chart>
    <c:plotArea>
      <c:lineChart>
        <c:grouping val="standard"/>
        <c:varyColors val="0"/>
        <c:ser>
          <c:idx val="0"/>
          <c:order val="0"/>
          <c:tx>
            <c:v>Mean</c:v>
          </c:tx>
          <c:spPr>
            <a:ln xmlns:a="http://schemas.openxmlformats.org/drawingml/2006/main" w="19050">
              <a:solidFill>
                <a:srgbClr val="009E73"/>
              </a:solidFill>
              <a:prstDash val="solid"/>
            </a:ln>
          </c:spPr>
          <c:marker>
            <c:symbol val="circle"/>
            <c:size val="7"/>
            <c:spPr>
              <a:solidFill xmlns:a="http://schemas.openxmlformats.org/drawingml/2006/main">
                <a:srgbClr val="009E73"/>
              </a:solidFill>
            </c:spPr>
          </c:marker>
          <c:cat>
            <c:strLit>
              <c:ptCount val="4"/>
              <c:pt idx="0">
                <c:v>P</c:v>
              </c:pt>
              <c:pt idx="1">
                <c:v>R2</c:v>
              </c:pt>
              <c:pt idx="2">
                <c:v>R20</c:v>
              </c:pt>
              <c:pt idx="3">
                <c:v>R100</c:v>
              </c:pt>
            </c:strLit>
          </c:cat>
          <c:val>
            <c:numLit>
              <c:formatCode>0</c:formatCode>
              <c:ptCount val="4"/>
              <c:pt idx="0">
                <c:v>0</c:v>
              </c:pt>
              <c:pt idx="1">
                <c:v>0.6918776439253216</c:v>
              </c:pt>
              <c:pt idx="2">
                <c:v>2.809644830993792</c:v>
              </c:pt>
              <c:pt idx="3">
                <c:v>3.1901284051912193</c:v>
              </c:pt>
            </c:numLit>
          </c:val>
          <c:smooth val="0"/>
        </c:ser>
        <c:ser>
          <c:idx val="1"/>
          <c:order val="1"/>
          <c:tx>
            <c:v>Maximum</c:v>
          </c:tx>
          <c:spPr>
            <a:ln xmlns:a="http://schemas.openxmlformats.org/drawingml/2006/main" w="19050">
              <a:solidFill>
                <a:srgbClr val="D55E00"/>
              </a:solidFill>
              <a:prstDash val="dash"/>
            </a:ln>
          </c:spPr>
          <c:marker>
            <c:symbol val="square"/>
            <c:size val="7"/>
            <c:spPr>
              <a:solidFill xmlns:a="http://schemas.openxmlformats.org/drawingml/2006/main">
                <a:srgbClr val="D55E00"/>
              </a:solidFill>
            </c:spPr>
          </c:marker>
          <c:cat>
            <c:strLit>
              <c:ptCount val="4"/>
              <c:pt idx="0">
                <c:v>P</c:v>
              </c:pt>
              <c:pt idx="1">
                <c:v>R2</c:v>
              </c:pt>
              <c:pt idx="2">
                <c:v>R20</c:v>
              </c:pt>
              <c:pt idx="3">
                <c:v>R100</c:v>
              </c:pt>
            </c:strLit>
          </c:cat>
          <c:val>
            <c:numLit>
              <c:formatCode>0</c:formatCode>
              <c:ptCount val="4"/>
              <c:pt idx="0">
                <c:v>0</c:v>
              </c:pt>
              <c:pt idx="1">
                <c:v>4.8864820122610775</c:v>
              </c:pt>
              <c:pt idx="2">
                <c:v>14.281121194384355</c:v>
              </c:pt>
              <c:pt idx="3">
                <c:v>14.281121194384355</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5715">
              <a:solidFill>
                <a:srgbClr val="D9DFE3"/>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263238"/>
                    </a:solidFill>
                    <a:latin typeface="Arial"/>
                    <a:ea typeface="Arial"/>
                    <a:cs typeface="Arial"/>
                  </a:rPr>
                  <a:t>NMLE (% scalar range)</a:t>
                </a:r>
              </a:p>
            </c:rich>
          </c:tx>
          <c:overlay val="0"/>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title>
        <c:numFmt formatCode="0"/>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6.xml><?xml version="1.0" encoding="utf-8"?>
<c:chartSpace xmlns:c="http://schemas.openxmlformats.org/drawingml/2006/chart">
  <c:lang val="en-US"/>
  <c:chart>
    <c:plotArea>
      <c:lineChart>
        <c:grouping val="standard"/>
        <c:varyColors val="0"/>
        <c:ser>
          <c:idx val="0"/>
          <c:order val="0"/>
          <c:tx>
            <c:v>Spatial</c:v>
          </c:tx>
          <c:spPr>
            <a:ln xmlns:a="http://schemas.openxmlformats.org/drawingml/2006/main" w="19050">
              <a:solidFill>
                <a:srgbClr val="D55E00"/>
              </a:solidFill>
              <a:prstDash val="solid"/>
            </a:ln>
          </c:spPr>
          <c:marker>
            <c:symbol val="circle"/>
            <c:size val="7"/>
            <c:spPr>
              <a:solidFill xmlns:a="http://schemas.openxmlformats.org/drawingml/2006/main">
                <a:srgbClr val="D55E00"/>
              </a:solidFill>
            </c:spPr>
          </c:marker>
          <c:cat>
            <c:strLit>
              <c:ptCount val="4"/>
              <c:pt idx="0">
                <c:v>P</c:v>
              </c:pt>
              <c:pt idx="1">
                <c:v>R2</c:v>
              </c:pt>
              <c:pt idx="2">
                <c:v>R20</c:v>
              </c:pt>
              <c:pt idx="3">
                <c:v>R100</c:v>
              </c:pt>
            </c:strLit>
          </c:cat>
          <c:val>
            <c:numLit>
              <c:formatCode>0</c:formatCode>
              <c:ptCount val="4"/>
              <c:pt idx="0">
                <c:v>37.26533166458073</c:v>
              </c:pt>
              <c:pt idx="1">
                <c:v>19.30538172715895</c:v>
              </c:pt>
              <c:pt idx="2">
                <c:v>18.92991239048811</c:v>
              </c:pt>
              <c:pt idx="3">
                <c:v>18.961201501877348</c:v>
              </c:pt>
            </c:numLit>
          </c:val>
          <c:smooth val="0"/>
        </c:ser>
        <c:ser>
          <c:idx val="1"/>
          <c:order val="1"/>
          <c:tx>
            <c:v>Projected</c:v>
          </c:tx>
          <c:spPr>
            <a:ln xmlns:a="http://schemas.openxmlformats.org/drawingml/2006/main" w="19050">
              <a:solidFill>
                <a:srgbClr val="009E73"/>
              </a:solidFill>
              <a:prstDash val="solid"/>
            </a:ln>
          </c:spPr>
          <c:marker>
            <c:symbol val="circle"/>
            <c:size val="7"/>
            <c:spPr>
              <a:solidFill xmlns:a="http://schemas.openxmlformats.org/drawingml/2006/main">
                <a:srgbClr val="009E73"/>
              </a:solidFill>
            </c:spPr>
          </c:marker>
          <c:cat>
            <c:strLit>
              <c:ptCount val="4"/>
              <c:pt idx="0">
                <c:v>P</c:v>
              </c:pt>
              <c:pt idx="1">
                <c:v>R2</c:v>
              </c:pt>
              <c:pt idx="2">
                <c:v>R20</c:v>
              </c:pt>
              <c:pt idx="3">
                <c:v>R100</c:v>
              </c:pt>
            </c:strLit>
          </c:cat>
          <c:val>
            <c:numLit>
              <c:formatCode>0</c:formatCode>
              <c:ptCount val="4"/>
              <c:pt idx="0">
                <c:v>29.65235173824131</c:v>
              </c:pt>
              <c:pt idx="1">
                <c:v>4.192229038854806</c:v>
              </c:pt>
              <c:pt idx="2">
                <c:v>3.6809815950920246</c:v>
              </c:pt>
              <c:pt idx="3">
                <c:v>3.6468984321745057</c:v>
              </c:pt>
            </c:numLit>
          </c:val>
          <c:smooth val="0"/>
        </c:ser>
        <c:ser>
          <c:idx val="2"/>
          <c:order val="2"/>
          <c:tx>
            <c:v>Exact projection, spatial</c:v>
          </c:tx>
          <c:spPr>
            <a:ln xmlns:a="http://schemas.openxmlformats.org/drawingml/2006/main" w="11430">
              <a:solidFill>
                <a:srgbClr val="7B8790"/>
              </a:solidFill>
              <a:prstDash val="dash"/>
            </a:ln>
          </c:spPr>
          <c:marker>
            <c:symbol val="none"/>
          </c:marker>
          <c:cat>
            <c:strLit>
              <c:ptCount val="4"/>
              <c:pt idx="0">
                <c:v>P</c:v>
              </c:pt>
              <c:pt idx="1">
                <c:v>R2</c:v>
              </c:pt>
              <c:pt idx="2">
                <c:v>R20</c:v>
              </c:pt>
              <c:pt idx="3">
                <c:v>R100</c:v>
              </c:pt>
            </c:strLit>
          </c:cat>
          <c:val>
            <c:numLit>
              <c:formatCode>0</c:formatCode>
              <c:ptCount val="4"/>
              <c:pt idx="0">
                <c:v>18.867334167709636</c:v>
              </c:pt>
              <c:pt idx="1">
                <c:v>18.867334167709636</c:v>
              </c:pt>
              <c:pt idx="2">
                <c:v>18.867334167709636</c:v>
              </c:pt>
              <c:pt idx="3">
                <c:v>18.867334167709636</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5715">
              <a:solidFill>
                <a:srgbClr val="D9DFE3"/>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263238"/>
                    </a:solidFill>
                    <a:latin typeface="Arial"/>
                    <a:ea typeface="Arial"/>
                    <a:cs typeface="Arial"/>
                  </a:rPr>
                  <a:t>ME (% clear events)</a:t>
                </a:r>
              </a:p>
            </c:rich>
          </c:tx>
          <c:overlay val="0"/>
          <c:txPr>
            <a:bodyPr xmlns:a="http://schemas.openxmlformats.org/drawingml/2006/main" anchorCtr="1"/>
            <a:lstStyle xmlns:a="http://schemas.openxmlformats.org/drawingml/2006/main"/>
            <a:p xmlns:a="http://schemas.openxmlformats.org/drawingml/2006/main">
              <a:pPr>
                <a:defRPr sz="1275">
                  <a:solidFill>
                    <a:srgbClr val="263238"/>
                  </a:solidFill>
                  <a:latin typeface="Arial"/>
                  <a:ea typeface="Arial"/>
                  <a:cs typeface="Arial"/>
                </a:defRPr>
              </a:pPr>
            </a:p>
          </c:txPr>
        </c:title>
        <c:numFmt formatCode="0"/>
        <c:majorTickMark val="none"/>
        <c:minorTickMark val="none"/>
        <c:spPr>
          <a:ln xmlns:a="http://schemas.openxmlformats.org/drawingml/2006/main" w="7620">
            <a:solidFill>
              <a:srgbClr val="263238"/>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6323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a) Reference order error">
            <a:extLst xmlns:a="http://schemas.openxmlformats.org/drawingml/2006/main">
              <a:ext uri="{FF2B5EF4-FFF2-40B4-BE49-F238E27FC236}">
                <a16:creationId xmlns:a16="http://schemas.microsoft.com/office/drawing/2014/main" id="{C802AD6F-E603-4B8A-B201-D893DF94363D}"/>
              </a:ext>
            </a:extLst>
          </p:cNvPr>
          <p:cNvSpPr>
            <a:spLocks xmlns:a="http://schemas.openxmlformats.org/drawingml/2006/main" noGrp="1"/>
          </p:cNvSpPr>
          <p:nvPr/>
        </p:nvSpPr>
        <p:spPr>
          <a:xfrm xmlns:a="http://schemas.openxmlformats.org/drawingml/2006/main">
            <a:off x="238125" y="381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725" b="1">
                <a:solidFill>
                  <a:srgbClr val="263238"/>
                </a:solidFill>
                <a:latin typeface="Arial"/>
                <a:ea typeface="Arial"/>
                <a:cs typeface="Arial"/>
              </a:defRPr>
            </a:defPPr>
            <a:lvl1pPr>
              <a:defRPr sz="1725" b="1">
                <a:solidFill>
                  <a:srgbClr val="263238"/>
                </a:solidFill>
                <a:latin typeface="Arial"/>
                <a:ea typeface="Arial"/>
                <a:cs typeface="Arial"/>
              </a:defRPr>
            </a:lvl1pPr>
            <a:lvl2pPr>
              <a:defRPr sz="1725" b="1">
                <a:solidFill>
                  <a:srgbClr val="263238"/>
                </a:solidFill>
                <a:latin typeface="Arial"/>
                <a:ea typeface="Arial"/>
                <a:cs typeface="Arial"/>
              </a:defRPr>
            </a:lvl2pPr>
            <a:lvl3pPr>
              <a:defRPr sz="1725" b="1">
                <a:solidFill>
                  <a:srgbClr val="263238"/>
                </a:solidFill>
                <a:latin typeface="Arial"/>
                <a:ea typeface="Arial"/>
                <a:cs typeface="Arial"/>
              </a:defRPr>
            </a:lvl3pPr>
            <a:lvl4pPr>
              <a:defRPr sz="1725" b="1">
                <a:solidFill>
                  <a:srgbClr val="263238"/>
                </a:solidFill>
                <a:latin typeface="Arial"/>
                <a:ea typeface="Arial"/>
                <a:cs typeface="Arial"/>
              </a:defRPr>
            </a:lvl4pPr>
            <a:lvl5pPr>
              <a:defRPr sz="1725" b="1">
                <a:solidFill>
                  <a:srgbClr val="263238"/>
                </a:solidFill>
                <a:latin typeface="Arial"/>
                <a:ea typeface="Arial"/>
                <a:cs typeface="Arial"/>
              </a:defRPr>
            </a:lvl5pPr>
            <a:lvl6pPr>
              <a:defRPr sz="1725" b="1">
                <a:solidFill>
                  <a:srgbClr val="263238"/>
                </a:solidFill>
                <a:latin typeface="Arial"/>
                <a:ea typeface="Arial"/>
                <a:cs typeface="Arial"/>
              </a:defRPr>
            </a:lvl6pPr>
            <a:lvl7pPr>
              <a:defRPr sz="1725" b="1">
                <a:solidFill>
                  <a:srgbClr val="263238"/>
                </a:solidFill>
                <a:latin typeface="Arial"/>
                <a:ea typeface="Arial"/>
                <a:cs typeface="Arial"/>
              </a:defRPr>
            </a:lvl7pPr>
            <a:lvl8pPr>
              <a:defRPr sz="1725" b="1">
                <a:solidFill>
                  <a:srgbClr val="263238"/>
                </a:solidFill>
                <a:latin typeface="Arial"/>
                <a:ea typeface="Arial"/>
                <a:cs typeface="Arial"/>
              </a:defRPr>
            </a:lvl8pPr>
            <a:lvl9pPr>
              <a:defRPr sz="1725" b="1">
                <a:solidFill>
                  <a:srgbClr val="263238"/>
                </a:solidFill>
                <a:latin typeface="Arial"/>
                <a:ea typeface="Arial"/>
                <a:cs typeface="Arial"/>
              </a:defRPr>
            </a:lvl9pPr>
          </a:lstStyle>
          <a:p xmlns:a="http://schemas.openxmlformats.org/drawingml/2006/main">
            <a:pPr>
              <a:defRPr sz="1725" b="1">
                <a:solidFill>
                  <a:srgbClr val="263238"/>
                </a:solidFill>
                <a:latin typeface="Arial"/>
                <a:ea typeface="Arial"/>
                <a:cs typeface="Arial"/>
              </a:defRPr>
            </a:pPr>
            <a:r>
              <a:rPr sz="1725" b="1">
                <a:solidFill>
                  <a:srgbClr val="263238"/>
                </a:solidFill>
                <a:latin typeface="Arial"/>
                <a:ea typeface="Arial"/>
                <a:cs typeface="Arial"/>
              </a:rPr>
              <a:t>(a) Reference order error</a:t>
            </a:r>
          </a:p>
        </p:txBody>
      </p:sp>
      <p:sp>
        <p:nvSpPr>
          <p:cNvPr id="2" name="(b) Scalar cost">
            <a:extLst xmlns:a="http://schemas.openxmlformats.org/drawingml/2006/main">
              <a:ext uri="{FF2B5EF4-FFF2-40B4-BE49-F238E27FC236}">
                <a16:creationId xmlns:a16="http://schemas.microsoft.com/office/drawing/2014/main" id="{9567A973-3B0D-4B12-BEB5-8267E19D6B54}"/>
              </a:ext>
            </a:extLst>
          </p:cNvPr>
          <p:cNvSpPr>
            <a:spLocks xmlns:a="http://schemas.openxmlformats.org/drawingml/2006/main" noGrp="1"/>
          </p:cNvSpPr>
          <p:nvPr/>
        </p:nvSpPr>
        <p:spPr>
          <a:xfrm xmlns:a="http://schemas.openxmlformats.org/drawingml/2006/main">
            <a:off x="4448175" y="381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725" b="1">
                <a:solidFill>
                  <a:srgbClr val="263238"/>
                </a:solidFill>
                <a:latin typeface="Arial"/>
                <a:ea typeface="Arial"/>
                <a:cs typeface="Arial"/>
              </a:defRPr>
            </a:defPPr>
            <a:lvl1pPr>
              <a:defRPr sz="1725" b="1">
                <a:solidFill>
                  <a:srgbClr val="263238"/>
                </a:solidFill>
                <a:latin typeface="Arial"/>
                <a:ea typeface="Arial"/>
                <a:cs typeface="Arial"/>
              </a:defRPr>
            </a:lvl1pPr>
            <a:lvl2pPr>
              <a:defRPr sz="1725" b="1">
                <a:solidFill>
                  <a:srgbClr val="263238"/>
                </a:solidFill>
                <a:latin typeface="Arial"/>
                <a:ea typeface="Arial"/>
                <a:cs typeface="Arial"/>
              </a:defRPr>
            </a:lvl2pPr>
            <a:lvl3pPr>
              <a:defRPr sz="1725" b="1">
                <a:solidFill>
                  <a:srgbClr val="263238"/>
                </a:solidFill>
                <a:latin typeface="Arial"/>
                <a:ea typeface="Arial"/>
                <a:cs typeface="Arial"/>
              </a:defRPr>
            </a:lvl3pPr>
            <a:lvl4pPr>
              <a:defRPr sz="1725" b="1">
                <a:solidFill>
                  <a:srgbClr val="263238"/>
                </a:solidFill>
                <a:latin typeface="Arial"/>
                <a:ea typeface="Arial"/>
                <a:cs typeface="Arial"/>
              </a:defRPr>
            </a:lvl4pPr>
            <a:lvl5pPr>
              <a:defRPr sz="1725" b="1">
                <a:solidFill>
                  <a:srgbClr val="263238"/>
                </a:solidFill>
                <a:latin typeface="Arial"/>
                <a:ea typeface="Arial"/>
                <a:cs typeface="Arial"/>
              </a:defRPr>
            </a:lvl5pPr>
            <a:lvl6pPr>
              <a:defRPr sz="1725" b="1">
                <a:solidFill>
                  <a:srgbClr val="263238"/>
                </a:solidFill>
                <a:latin typeface="Arial"/>
                <a:ea typeface="Arial"/>
                <a:cs typeface="Arial"/>
              </a:defRPr>
            </a:lvl6pPr>
            <a:lvl7pPr>
              <a:defRPr sz="1725" b="1">
                <a:solidFill>
                  <a:srgbClr val="263238"/>
                </a:solidFill>
                <a:latin typeface="Arial"/>
                <a:ea typeface="Arial"/>
                <a:cs typeface="Arial"/>
              </a:defRPr>
            </a:lvl7pPr>
            <a:lvl8pPr>
              <a:defRPr sz="1725" b="1">
                <a:solidFill>
                  <a:srgbClr val="263238"/>
                </a:solidFill>
                <a:latin typeface="Arial"/>
                <a:ea typeface="Arial"/>
                <a:cs typeface="Arial"/>
              </a:defRPr>
            </a:lvl8pPr>
            <a:lvl9pPr>
              <a:defRPr sz="1725" b="1">
                <a:solidFill>
                  <a:srgbClr val="263238"/>
                </a:solidFill>
                <a:latin typeface="Arial"/>
                <a:ea typeface="Arial"/>
                <a:cs typeface="Arial"/>
              </a:defRPr>
            </a:lvl9pPr>
          </a:lstStyle>
          <a:p xmlns:a="http://schemas.openxmlformats.org/drawingml/2006/main">
            <a:pPr>
              <a:defRPr sz="1725" b="1">
                <a:solidFill>
                  <a:srgbClr val="263238"/>
                </a:solidFill>
                <a:latin typeface="Arial"/>
                <a:ea typeface="Arial"/>
                <a:cs typeface="Arial"/>
              </a:defRPr>
            </a:pPr>
            <a:r>
              <a:rPr sz="1725" b="1">
                <a:solidFill>
                  <a:srgbClr val="263238"/>
                </a:solidFill>
                <a:latin typeface="Arial"/>
                <a:ea typeface="Arial"/>
                <a:cs typeface="Arial"/>
              </a:rPr>
              <a:t>(b) Scalar cost</a:t>
            </a:r>
          </a:p>
        </p:txBody>
      </p:sp>
      <p:sp>
        <p:nvSpPr>
          <p:cNvPr id="3" name="(c) Motion error">
            <a:extLst xmlns:a="http://schemas.openxmlformats.org/drawingml/2006/main">
              <a:ext uri="{FF2B5EF4-FFF2-40B4-BE49-F238E27FC236}">
                <a16:creationId xmlns:a16="http://schemas.microsoft.com/office/drawing/2014/main" id="{860120D9-5A4B-4A0F-9923-F5F7575F85E4}"/>
              </a:ext>
            </a:extLst>
          </p:cNvPr>
          <p:cNvSpPr>
            <a:spLocks xmlns:a="http://schemas.openxmlformats.org/drawingml/2006/main" noGrp="1"/>
          </p:cNvSpPr>
          <p:nvPr/>
        </p:nvSpPr>
        <p:spPr>
          <a:xfrm xmlns:a="http://schemas.openxmlformats.org/drawingml/2006/main">
            <a:off x="8658225" y="381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725" b="1">
                <a:solidFill>
                  <a:srgbClr val="263238"/>
                </a:solidFill>
                <a:latin typeface="Arial"/>
                <a:ea typeface="Arial"/>
                <a:cs typeface="Arial"/>
              </a:defRPr>
            </a:defPPr>
            <a:lvl1pPr>
              <a:defRPr sz="1725" b="1">
                <a:solidFill>
                  <a:srgbClr val="263238"/>
                </a:solidFill>
                <a:latin typeface="Arial"/>
                <a:ea typeface="Arial"/>
                <a:cs typeface="Arial"/>
              </a:defRPr>
            </a:lvl1pPr>
            <a:lvl2pPr>
              <a:defRPr sz="1725" b="1">
                <a:solidFill>
                  <a:srgbClr val="263238"/>
                </a:solidFill>
                <a:latin typeface="Arial"/>
                <a:ea typeface="Arial"/>
                <a:cs typeface="Arial"/>
              </a:defRPr>
            </a:lvl2pPr>
            <a:lvl3pPr>
              <a:defRPr sz="1725" b="1">
                <a:solidFill>
                  <a:srgbClr val="263238"/>
                </a:solidFill>
                <a:latin typeface="Arial"/>
                <a:ea typeface="Arial"/>
                <a:cs typeface="Arial"/>
              </a:defRPr>
            </a:lvl3pPr>
            <a:lvl4pPr>
              <a:defRPr sz="1725" b="1">
                <a:solidFill>
                  <a:srgbClr val="263238"/>
                </a:solidFill>
                <a:latin typeface="Arial"/>
                <a:ea typeface="Arial"/>
                <a:cs typeface="Arial"/>
              </a:defRPr>
            </a:lvl4pPr>
            <a:lvl5pPr>
              <a:defRPr sz="1725" b="1">
                <a:solidFill>
                  <a:srgbClr val="263238"/>
                </a:solidFill>
                <a:latin typeface="Arial"/>
                <a:ea typeface="Arial"/>
                <a:cs typeface="Arial"/>
              </a:defRPr>
            </a:lvl5pPr>
            <a:lvl6pPr>
              <a:defRPr sz="1725" b="1">
                <a:solidFill>
                  <a:srgbClr val="263238"/>
                </a:solidFill>
                <a:latin typeface="Arial"/>
                <a:ea typeface="Arial"/>
                <a:cs typeface="Arial"/>
              </a:defRPr>
            </a:lvl6pPr>
            <a:lvl7pPr>
              <a:defRPr sz="1725" b="1">
                <a:solidFill>
                  <a:srgbClr val="263238"/>
                </a:solidFill>
                <a:latin typeface="Arial"/>
                <a:ea typeface="Arial"/>
                <a:cs typeface="Arial"/>
              </a:defRPr>
            </a:lvl7pPr>
            <a:lvl8pPr>
              <a:defRPr sz="1725" b="1">
                <a:solidFill>
                  <a:srgbClr val="263238"/>
                </a:solidFill>
                <a:latin typeface="Arial"/>
                <a:ea typeface="Arial"/>
                <a:cs typeface="Arial"/>
              </a:defRPr>
            </a:lvl8pPr>
            <a:lvl9pPr>
              <a:defRPr sz="1725" b="1">
                <a:solidFill>
                  <a:srgbClr val="263238"/>
                </a:solidFill>
                <a:latin typeface="Arial"/>
                <a:ea typeface="Arial"/>
                <a:cs typeface="Arial"/>
              </a:defRPr>
            </a:lvl9pPr>
          </a:lstStyle>
          <a:p xmlns:a="http://schemas.openxmlformats.org/drawingml/2006/main">
            <a:pPr>
              <a:defRPr sz="1725" b="1">
                <a:solidFill>
                  <a:srgbClr val="263238"/>
                </a:solidFill>
                <a:latin typeface="Arial"/>
                <a:ea typeface="Arial"/>
                <a:cs typeface="Arial"/>
              </a:defRPr>
            </a:pPr>
            <a:r>
              <a:rPr sz="1725" b="1">
                <a:solidFill>
                  <a:srgbClr val="263238"/>
                </a:solidFill>
                <a:latin typeface="Arial"/>
                <a:ea typeface="Arial"/>
                <a:cs typeface="Arial"/>
              </a:rPr>
              <a:t>(c) Motion error</a:t>
            </a:r>
          </a:p>
        </p:txBody>
      </p:sp>
      <p:sp>
        <p:nvSpPr>
          <p:cNvPr id="4" name="Tangaroa (201 frames)">
            <a:extLst xmlns:a="http://schemas.openxmlformats.org/drawingml/2006/main">
              <a:ext uri="{FF2B5EF4-FFF2-40B4-BE49-F238E27FC236}">
                <a16:creationId xmlns:a16="http://schemas.microsoft.com/office/drawing/2014/main" id="{AD6AF818-3FE1-4E25-AE35-37CFB56A2F39}"/>
              </a:ext>
            </a:extLst>
          </p:cNvPr>
          <p:cNvSpPr>
            <a:spLocks xmlns:a="http://schemas.openxmlformats.org/drawingml/2006/main" noGrp="1"/>
          </p:cNvSpPr>
          <p:nvPr/>
        </p:nvSpPr>
        <p:spPr>
          <a:xfrm xmlns:a="http://schemas.openxmlformats.org/drawingml/2006/main">
            <a:off x="228600" y="447675"/>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500" b="1">
                <a:solidFill>
                  <a:srgbClr val="263238"/>
                </a:solidFill>
                <a:latin typeface="Arial"/>
                <a:ea typeface="Arial"/>
                <a:cs typeface="Arial"/>
              </a:defRPr>
            </a:defPPr>
            <a:lvl1pPr>
              <a:defRPr sz="1500" b="1">
                <a:solidFill>
                  <a:srgbClr val="263238"/>
                </a:solidFill>
                <a:latin typeface="Arial"/>
                <a:ea typeface="Arial"/>
                <a:cs typeface="Arial"/>
              </a:defRPr>
            </a:lvl1pPr>
            <a:lvl2pPr>
              <a:defRPr sz="1500" b="1">
                <a:solidFill>
                  <a:srgbClr val="263238"/>
                </a:solidFill>
                <a:latin typeface="Arial"/>
                <a:ea typeface="Arial"/>
                <a:cs typeface="Arial"/>
              </a:defRPr>
            </a:lvl2pPr>
            <a:lvl3pPr>
              <a:defRPr sz="1500" b="1">
                <a:solidFill>
                  <a:srgbClr val="263238"/>
                </a:solidFill>
                <a:latin typeface="Arial"/>
                <a:ea typeface="Arial"/>
                <a:cs typeface="Arial"/>
              </a:defRPr>
            </a:lvl3pPr>
            <a:lvl4pPr>
              <a:defRPr sz="1500" b="1">
                <a:solidFill>
                  <a:srgbClr val="263238"/>
                </a:solidFill>
                <a:latin typeface="Arial"/>
                <a:ea typeface="Arial"/>
                <a:cs typeface="Arial"/>
              </a:defRPr>
            </a:lvl4pPr>
            <a:lvl5pPr>
              <a:defRPr sz="1500" b="1">
                <a:solidFill>
                  <a:srgbClr val="263238"/>
                </a:solidFill>
                <a:latin typeface="Arial"/>
                <a:ea typeface="Arial"/>
                <a:cs typeface="Arial"/>
              </a:defRPr>
            </a:lvl5pPr>
            <a:lvl6pPr>
              <a:defRPr sz="1500" b="1">
                <a:solidFill>
                  <a:srgbClr val="263238"/>
                </a:solidFill>
                <a:latin typeface="Arial"/>
                <a:ea typeface="Arial"/>
                <a:cs typeface="Arial"/>
              </a:defRPr>
            </a:lvl6pPr>
            <a:lvl7pPr>
              <a:defRPr sz="1500" b="1">
                <a:solidFill>
                  <a:srgbClr val="263238"/>
                </a:solidFill>
                <a:latin typeface="Arial"/>
                <a:ea typeface="Arial"/>
                <a:cs typeface="Arial"/>
              </a:defRPr>
            </a:lvl7pPr>
            <a:lvl8pPr>
              <a:defRPr sz="1500" b="1">
                <a:solidFill>
                  <a:srgbClr val="263238"/>
                </a:solidFill>
                <a:latin typeface="Arial"/>
                <a:ea typeface="Arial"/>
                <a:cs typeface="Arial"/>
              </a:defRPr>
            </a:lvl8pPr>
            <a:lvl9pPr>
              <a:defRPr sz="1500" b="1">
                <a:solidFill>
                  <a:srgbClr val="263238"/>
                </a:solidFill>
                <a:latin typeface="Arial"/>
                <a:ea typeface="Arial"/>
                <a:cs typeface="Arial"/>
              </a:defRPr>
            </a:lvl9pPr>
          </a:lstStyle>
          <a:p xmlns:a="http://schemas.openxmlformats.org/drawingml/2006/main">
            <a:pPr>
              <a:defRPr sz="1500" b="1">
                <a:solidFill>
                  <a:srgbClr val="263238"/>
                </a:solidFill>
                <a:latin typeface="Arial"/>
                <a:ea typeface="Arial"/>
                <a:cs typeface="Arial"/>
              </a:defRPr>
            </a:pPr>
            <a:r>
              <a:rPr sz="1500" b="1">
                <a:solidFill>
                  <a:srgbClr val="263238"/>
                </a:solidFill>
                <a:latin typeface="Arial"/>
                <a:ea typeface="Arial"/>
                <a:cs typeface="Arial"/>
              </a:rPr>
              <a:t>Tangaroa (201 frames)</a:t>
            </a:r>
          </a:p>
        </p:txBody>
      </p:sp>
      <p:graphicFrame>
        <p:nvGraphicFramePr>
          <p:cNvPr id="5" name="Chart">
            <a:extLst xmlns:a="http://schemas.openxmlformats.org/drawingml/2006/main">
              <a:ext uri="{FF2B5EF4-FFF2-40B4-BE49-F238E27FC236}">
                <a16:creationId xmlns:a16="http://schemas.microsoft.com/office/drawing/2014/main" id="{40FDEC63-7C24-4C1B-97F5-FB5A071912A2}"/>
              </a:ext>
            </a:extLst>
          </p:cNvPr>
          <p:cNvGraphicFramePr/>
          <p:nvPr/>
        </p:nvGraphicFramePr>
        <p:xfrm>
          <a:off xmlns:a="http://schemas.openxmlformats.org/drawingml/2006/main" x="95250" y="695325"/>
          <a:ext xmlns:a="http://schemas.openxmlformats.org/drawingml/2006/main" cx="4076700" cy="2619375"/>
        </p:xfrm>
        <a:graphic xmlns:a="http://schemas.openxmlformats.org/drawingml/2006/main">
          <a:graphicData uri="http://schemas.openxmlformats.org/drawingml/2006/chart">
            <c:chart xmlns:r="http://schemas.openxmlformats.org/officeDocument/2006/relationships" xmlns:c="http://schemas.openxmlformats.org/drawingml/2006/chart" r:id="R7e059928ce994f9f"/>
          </a:graphicData>
        </a:graphic>
      </p:graphicFrame>
      <p:graphicFrame>
        <p:nvGraphicFramePr>
          <p:cNvPr id="6" name="Chart">
            <a:extLst xmlns:a="http://schemas.openxmlformats.org/drawingml/2006/main">
              <a:ext uri="{FF2B5EF4-FFF2-40B4-BE49-F238E27FC236}">
                <a16:creationId xmlns:a16="http://schemas.microsoft.com/office/drawing/2014/main" id="{F6755AC4-052B-4172-AD97-FB47759B011C}"/>
              </a:ext>
            </a:extLst>
          </p:cNvPr>
          <p:cNvGraphicFramePr/>
          <p:nvPr/>
        </p:nvGraphicFramePr>
        <p:xfrm>
          <a:off xmlns:a="http://schemas.openxmlformats.org/drawingml/2006/main" x="4305300" y="695325"/>
          <a:ext xmlns:a="http://schemas.openxmlformats.org/drawingml/2006/main" cx="4076700" cy="2619375"/>
        </p:xfrm>
        <a:graphic xmlns:a="http://schemas.openxmlformats.org/drawingml/2006/main">
          <a:graphicData uri="http://schemas.openxmlformats.org/drawingml/2006/chart">
            <c:chart xmlns:r="http://schemas.openxmlformats.org/officeDocument/2006/relationships" xmlns:c="http://schemas.openxmlformats.org/drawingml/2006/chart" r:id="Rfa5850c507e14a9f"/>
          </a:graphicData>
        </a:graphic>
      </p:graphicFrame>
      <p:graphicFrame>
        <p:nvGraphicFramePr>
          <p:cNvPr id="7" name="Chart">
            <a:extLst xmlns:a="http://schemas.openxmlformats.org/drawingml/2006/main">
              <a:ext uri="{FF2B5EF4-FFF2-40B4-BE49-F238E27FC236}">
                <a16:creationId xmlns:a16="http://schemas.microsoft.com/office/drawing/2014/main" id="{DABF6072-FE38-4EC9-AA56-BAAD756FED4F}"/>
              </a:ext>
            </a:extLst>
          </p:cNvPr>
          <p:cNvGraphicFramePr/>
          <p:nvPr/>
        </p:nvGraphicFramePr>
        <p:xfrm>
          <a:off xmlns:a="http://schemas.openxmlformats.org/drawingml/2006/main" x="8515350" y="695325"/>
          <a:ext xmlns:a="http://schemas.openxmlformats.org/drawingml/2006/main" cx="4076700" cy="2619375"/>
        </p:xfrm>
        <a:graphic xmlns:a="http://schemas.openxmlformats.org/drawingml/2006/main">
          <a:graphicData uri="http://schemas.openxmlformats.org/drawingml/2006/chart">
            <c:chart xmlns:r="http://schemas.openxmlformats.org/officeDocument/2006/relationships" xmlns:c="http://schemas.openxmlformats.org/drawingml/2006/chart" r:id="R1a60778a05b04885"/>
          </a:graphicData>
        </a:graphic>
      </p:graphicFrame>
      <p:sp>
        <p:nvSpPr>
          <p:cNvPr id="8" name="Clear spatial/projected events: 6755/9631">
            <a:extLst xmlns:a="http://schemas.openxmlformats.org/drawingml/2006/main">
              <a:ext uri="{FF2B5EF4-FFF2-40B4-BE49-F238E27FC236}">
                <a16:creationId xmlns:a16="http://schemas.microsoft.com/office/drawing/2014/main" id="{D74E5EE6-350C-494A-ADD4-FF0F8FECF16D}"/>
              </a:ext>
            </a:extLst>
          </p:cNvPr>
          <p:cNvSpPr>
            <a:spLocks xmlns:a="http://schemas.openxmlformats.org/drawingml/2006/main" noGrp="1"/>
          </p:cNvSpPr>
          <p:nvPr/>
        </p:nvSpPr>
        <p:spPr>
          <a:xfrm xmlns:a="http://schemas.openxmlformats.org/drawingml/2006/main">
            <a:off x="8477250" y="3333750"/>
            <a:ext cx="423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125" b="0">
                <a:solidFill>
                  <a:srgbClr val="7B8790"/>
                </a:solidFill>
                <a:latin typeface="Arial"/>
                <a:ea typeface="Arial"/>
                <a:cs typeface="Arial"/>
              </a:defRPr>
            </a:defPPr>
            <a:lvl1pPr>
              <a:defRPr sz="1125" b="0">
                <a:solidFill>
                  <a:srgbClr val="7B8790"/>
                </a:solidFill>
                <a:latin typeface="Arial"/>
                <a:ea typeface="Arial"/>
                <a:cs typeface="Arial"/>
              </a:defRPr>
            </a:lvl1pPr>
            <a:lvl2pPr>
              <a:defRPr sz="1125" b="0">
                <a:solidFill>
                  <a:srgbClr val="7B8790"/>
                </a:solidFill>
                <a:latin typeface="Arial"/>
                <a:ea typeface="Arial"/>
                <a:cs typeface="Arial"/>
              </a:defRPr>
            </a:lvl2pPr>
            <a:lvl3pPr>
              <a:defRPr sz="1125" b="0">
                <a:solidFill>
                  <a:srgbClr val="7B8790"/>
                </a:solidFill>
                <a:latin typeface="Arial"/>
                <a:ea typeface="Arial"/>
                <a:cs typeface="Arial"/>
              </a:defRPr>
            </a:lvl3pPr>
            <a:lvl4pPr>
              <a:defRPr sz="1125" b="0">
                <a:solidFill>
                  <a:srgbClr val="7B8790"/>
                </a:solidFill>
                <a:latin typeface="Arial"/>
                <a:ea typeface="Arial"/>
                <a:cs typeface="Arial"/>
              </a:defRPr>
            </a:lvl4pPr>
            <a:lvl5pPr>
              <a:defRPr sz="1125" b="0">
                <a:solidFill>
                  <a:srgbClr val="7B8790"/>
                </a:solidFill>
                <a:latin typeface="Arial"/>
                <a:ea typeface="Arial"/>
                <a:cs typeface="Arial"/>
              </a:defRPr>
            </a:lvl5pPr>
            <a:lvl6pPr>
              <a:defRPr sz="1125" b="0">
                <a:solidFill>
                  <a:srgbClr val="7B8790"/>
                </a:solidFill>
                <a:latin typeface="Arial"/>
                <a:ea typeface="Arial"/>
                <a:cs typeface="Arial"/>
              </a:defRPr>
            </a:lvl6pPr>
            <a:lvl7pPr>
              <a:defRPr sz="1125" b="0">
                <a:solidFill>
                  <a:srgbClr val="7B8790"/>
                </a:solidFill>
                <a:latin typeface="Arial"/>
                <a:ea typeface="Arial"/>
                <a:cs typeface="Arial"/>
              </a:defRPr>
            </a:lvl7pPr>
            <a:lvl8pPr>
              <a:defRPr sz="1125" b="0">
                <a:solidFill>
                  <a:srgbClr val="7B8790"/>
                </a:solidFill>
                <a:latin typeface="Arial"/>
                <a:ea typeface="Arial"/>
                <a:cs typeface="Arial"/>
              </a:defRPr>
            </a:lvl8pPr>
            <a:lvl9pPr>
              <a:defRPr sz="1125" b="0">
                <a:solidFill>
                  <a:srgbClr val="7B8790"/>
                </a:solidFill>
                <a:latin typeface="Arial"/>
                <a:ea typeface="Arial"/>
                <a:cs typeface="Arial"/>
              </a:defRPr>
            </a:lvl9pPr>
          </a:lstStyle>
          <a:p xmlns:a="http://schemas.openxmlformats.org/drawingml/2006/main">
            <a:pPr>
              <a:defRPr sz="1125" b="0">
                <a:solidFill>
                  <a:srgbClr val="7B8790"/>
                </a:solidFill>
                <a:latin typeface="Arial"/>
                <a:ea typeface="Arial"/>
                <a:cs typeface="Arial"/>
              </a:defRPr>
            </a:pPr>
            <a:r>
              <a:rPr sz="1125" b="0">
                <a:solidFill>
                  <a:srgbClr val="7B8790"/>
                </a:solidFill>
                <a:latin typeface="Arial"/>
                <a:ea typeface="Arial"/>
                <a:cs typeface="Arial"/>
              </a:rPr>
              <a:t>Clear spatial/projected events: 6755/9631</a:t>
            </a:r>
          </a:p>
        </p:txBody>
      </p:sp>
      <p:sp>
        <p:nvSpPr>
          <p:cNvPr id="9" name="Cylinder (102 frames)">
            <a:extLst xmlns:a="http://schemas.openxmlformats.org/drawingml/2006/main">
              <a:ext uri="{FF2B5EF4-FFF2-40B4-BE49-F238E27FC236}">
                <a16:creationId xmlns:a16="http://schemas.microsoft.com/office/drawing/2014/main" id="{934AC033-392E-4FCD-AE9F-BF3732CF12D9}"/>
              </a:ext>
            </a:extLst>
          </p:cNvPr>
          <p:cNvSpPr>
            <a:spLocks xmlns:a="http://schemas.openxmlformats.org/drawingml/2006/main" noGrp="1"/>
          </p:cNvSpPr>
          <p:nvPr/>
        </p:nvSpPr>
        <p:spPr>
          <a:xfrm xmlns:a="http://schemas.openxmlformats.org/drawingml/2006/main">
            <a:off x="228600" y="34861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500" b="1">
                <a:solidFill>
                  <a:srgbClr val="263238"/>
                </a:solidFill>
                <a:latin typeface="Arial"/>
                <a:ea typeface="Arial"/>
                <a:cs typeface="Arial"/>
              </a:defRPr>
            </a:defPPr>
            <a:lvl1pPr>
              <a:defRPr sz="1500" b="1">
                <a:solidFill>
                  <a:srgbClr val="263238"/>
                </a:solidFill>
                <a:latin typeface="Arial"/>
                <a:ea typeface="Arial"/>
                <a:cs typeface="Arial"/>
              </a:defRPr>
            </a:lvl1pPr>
            <a:lvl2pPr>
              <a:defRPr sz="1500" b="1">
                <a:solidFill>
                  <a:srgbClr val="263238"/>
                </a:solidFill>
                <a:latin typeface="Arial"/>
                <a:ea typeface="Arial"/>
                <a:cs typeface="Arial"/>
              </a:defRPr>
            </a:lvl2pPr>
            <a:lvl3pPr>
              <a:defRPr sz="1500" b="1">
                <a:solidFill>
                  <a:srgbClr val="263238"/>
                </a:solidFill>
                <a:latin typeface="Arial"/>
                <a:ea typeface="Arial"/>
                <a:cs typeface="Arial"/>
              </a:defRPr>
            </a:lvl3pPr>
            <a:lvl4pPr>
              <a:defRPr sz="1500" b="1">
                <a:solidFill>
                  <a:srgbClr val="263238"/>
                </a:solidFill>
                <a:latin typeface="Arial"/>
                <a:ea typeface="Arial"/>
                <a:cs typeface="Arial"/>
              </a:defRPr>
            </a:lvl4pPr>
            <a:lvl5pPr>
              <a:defRPr sz="1500" b="1">
                <a:solidFill>
                  <a:srgbClr val="263238"/>
                </a:solidFill>
                <a:latin typeface="Arial"/>
                <a:ea typeface="Arial"/>
                <a:cs typeface="Arial"/>
              </a:defRPr>
            </a:lvl5pPr>
            <a:lvl6pPr>
              <a:defRPr sz="1500" b="1">
                <a:solidFill>
                  <a:srgbClr val="263238"/>
                </a:solidFill>
                <a:latin typeface="Arial"/>
                <a:ea typeface="Arial"/>
                <a:cs typeface="Arial"/>
              </a:defRPr>
            </a:lvl6pPr>
            <a:lvl7pPr>
              <a:defRPr sz="1500" b="1">
                <a:solidFill>
                  <a:srgbClr val="263238"/>
                </a:solidFill>
                <a:latin typeface="Arial"/>
                <a:ea typeface="Arial"/>
                <a:cs typeface="Arial"/>
              </a:defRPr>
            </a:lvl7pPr>
            <a:lvl8pPr>
              <a:defRPr sz="1500" b="1">
                <a:solidFill>
                  <a:srgbClr val="263238"/>
                </a:solidFill>
                <a:latin typeface="Arial"/>
                <a:ea typeface="Arial"/>
                <a:cs typeface="Arial"/>
              </a:defRPr>
            </a:lvl8pPr>
            <a:lvl9pPr>
              <a:defRPr sz="1500" b="1">
                <a:solidFill>
                  <a:srgbClr val="263238"/>
                </a:solidFill>
                <a:latin typeface="Arial"/>
                <a:ea typeface="Arial"/>
                <a:cs typeface="Arial"/>
              </a:defRPr>
            </a:lvl9pPr>
          </a:lstStyle>
          <a:p xmlns:a="http://schemas.openxmlformats.org/drawingml/2006/main">
            <a:pPr>
              <a:defRPr sz="1500" b="1">
                <a:solidFill>
                  <a:srgbClr val="263238"/>
                </a:solidFill>
                <a:latin typeface="Arial"/>
                <a:ea typeface="Arial"/>
                <a:cs typeface="Arial"/>
              </a:defRPr>
            </a:pPr>
            <a:r>
              <a:rPr sz="1500" b="1">
                <a:solidFill>
                  <a:srgbClr val="263238"/>
                </a:solidFill>
                <a:latin typeface="Arial"/>
                <a:ea typeface="Arial"/>
                <a:cs typeface="Arial"/>
              </a:rPr>
              <a:t>Cylinder (102 frames)</a:t>
            </a:r>
          </a:p>
        </p:txBody>
      </p:sp>
      <p:graphicFrame>
        <p:nvGraphicFramePr>
          <p:cNvPr id="10" name="Chart">
            <a:extLst xmlns:a="http://schemas.openxmlformats.org/drawingml/2006/main">
              <a:ext uri="{FF2B5EF4-FFF2-40B4-BE49-F238E27FC236}">
                <a16:creationId xmlns:a16="http://schemas.microsoft.com/office/drawing/2014/main" id="{EFD519DB-68EA-4B1A-B4F7-EEAB76CF223A}"/>
              </a:ext>
            </a:extLst>
          </p:cNvPr>
          <p:cNvGraphicFramePr/>
          <p:nvPr/>
        </p:nvGraphicFramePr>
        <p:xfrm>
          <a:off xmlns:a="http://schemas.openxmlformats.org/drawingml/2006/main" x="95250" y="3733800"/>
          <a:ext xmlns:a="http://schemas.openxmlformats.org/drawingml/2006/main" cx="4076700" cy="2619375"/>
        </p:xfrm>
        <a:graphic xmlns:a="http://schemas.openxmlformats.org/drawingml/2006/main">
          <a:graphicData uri="http://schemas.openxmlformats.org/drawingml/2006/chart">
            <c:chart xmlns:r="http://schemas.openxmlformats.org/officeDocument/2006/relationships" xmlns:c="http://schemas.openxmlformats.org/drawingml/2006/chart" r:id="R2cdcf40f6fbc40a2"/>
          </a:graphicData>
        </a:graphic>
      </p:graphicFrame>
      <p:graphicFrame>
        <p:nvGraphicFramePr>
          <p:cNvPr id="11" name="Chart">
            <a:extLst xmlns:a="http://schemas.openxmlformats.org/drawingml/2006/main">
              <a:ext uri="{FF2B5EF4-FFF2-40B4-BE49-F238E27FC236}">
                <a16:creationId xmlns:a16="http://schemas.microsoft.com/office/drawing/2014/main" id="{0E1411A2-3318-40A0-95F7-8716AFC4E9C8}"/>
              </a:ext>
            </a:extLst>
          </p:cNvPr>
          <p:cNvGraphicFramePr/>
          <p:nvPr/>
        </p:nvGraphicFramePr>
        <p:xfrm>
          <a:off xmlns:a="http://schemas.openxmlformats.org/drawingml/2006/main" x="4305300" y="3733800"/>
          <a:ext xmlns:a="http://schemas.openxmlformats.org/drawingml/2006/main" cx="4076700" cy="2619375"/>
        </p:xfrm>
        <a:graphic xmlns:a="http://schemas.openxmlformats.org/drawingml/2006/main">
          <a:graphicData uri="http://schemas.openxmlformats.org/drawingml/2006/chart">
            <c:chart xmlns:r="http://schemas.openxmlformats.org/officeDocument/2006/relationships" xmlns:c="http://schemas.openxmlformats.org/drawingml/2006/chart" r:id="Rd9f894a3aa614369"/>
          </a:graphicData>
        </a:graphic>
      </p:graphicFrame>
      <p:graphicFrame>
        <p:nvGraphicFramePr>
          <p:cNvPr id="12" name="Chart">
            <a:extLst xmlns:a="http://schemas.openxmlformats.org/drawingml/2006/main">
              <a:ext uri="{FF2B5EF4-FFF2-40B4-BE49-F238E27FC236}">
                <a16:creationId xmlns:a16="http://schemas.microsoft.com/office/drawing/2014/main" id="{35D481FA-36EF-4BDC-9E7B-5EE27368C7E7}"/>
              </a:ext>
            </a:extLst>
          </p:cNvPr>
          <p:cNvGraphicFramePr/>
          <p:nvPr/>
        </p:nvGraphicFramePr>
        <p:xfrm>
          <a:off xmlns:a="http://schemas.openxmlformats.org/drawingml/2006/main" x="8515350" y="3733800"/>
          <a:ext xmlns:a="http://schemas.openxmlformats.org/drawingml/2006/main" cx="4076700" cy="2619375"/>
        </p:xfrm>
        <a:graphic xmlns:a="http://schemas.openxmlformats.org/drawingml/2006/main">
          <a:graphicData uri="http://schemas.openxmlformats.org/drawingml/2006/chart">
            <c:chart xmlns:r="http://schemas.openxmlformats.org/officeDocument/2006/relationships" xmlns:c="http://schemas.openxmlformats.org/drawingml/2006/chart" r:id="R18b31092227a46be"/>
          </a:graphicData>
        </a:graphic>
      </p:graphicFrame>
      <p:sp>
        <p:nvSpPr>
          <p:cNvPr id="13" name="Clear spatial/projected events: 3196/2934">
            <a:extLst xmlns:a="http://schemas.openxmlformats.org/drawingml/2006/main">
              <a:ext uri="{FF2B5EF4-FFF2-40B4-BE49-F238E27FC236}">
                <a16:creationId xmlns:a16="http://schemas.microsoft.com/office/drawing/2014/main" id="{FC0552EF-696E-4048-A44F-0EED49F1367A}"/>
              </a:ext>
            </a:extLst>
          </p:cNvPr>
          <p:cNvSpPr>
            <a:spLocks xmlns:a="http://schemas.openxmlformats.org/drawingml/2006/main" noGrp="1"/>
          </p:cNvSpPr>
          <p:nvPr/>
        </p:nvSpPr>
        <p:spPr>
          <a:xfrm xmlns:a="http://schemas.openxmlformats.org/drawingml/2006/main">
            <a:off x="8477250" y="6372225"/>
            <a:ext cx="423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125" b="0">
                <a:solidFill>
                  <a:srgbClr val="7B8790"/>
                </a:solidFill>
                <a:latin typeface="Arial"/>
                <a:ea typeface="Arial"/>
                <a:cs typeface="Arial"/>
              </a:defRPr>
            </a:defPPr>
            <a:lvl1pPr>
              <a:defRPr sz="1125" b="0">
                <a:solidFill>
                  <a:srgbClr val="7B8790"/>
                </a:solidFill>
                <a:latin typeface="Arial"/>
                <a:ea typeface="Arial"/>
                <a:cs typeface="Arial"/>
              </a:defRPr>
            </a:lvl1pPr>
            <a:lvl2pPr>
              <a:defRPr sz="1125" b="0">
                <a:solidFill>
                  <a:srgbClr val="7B8790"/>
                </a:solidFill>
                <a:latin typeface="Arial"/>
                <a:ea typeface="Arial"/>
                <a:cs typeface="Arial"/>
              </a:defRPr>
            </a:lvl2pPr>
            <a:lvl3pPr>
              <a:defRPr sz="1125" b="0">
                <a:solidFill>
                  <a:srgbClr val="7B8790"/>
                </a:solidFill>
                <a:latin typeface="Arial"/>
                <a:ea typeface="Arial"/>
                <a:cs typeface="Arial"/>
              </a:defRPr>
            </a:lvl3pPr>
            <a:lvl4pPr>
              <a:defRPr sz="1125" b="0">
                <a:solidFill>
                  <a:srgbClr val="7B8790"/>
                </a:solidFill>
                <a:latin typeface="Arial"/>
                <a:ea typeface="Arial"/>
                <a:cs typeface="Arial"/>
              </a:defRPr>
            </a:lvl4pPr>
            <a:lvl5pPr>
              <a:defRPr sz="1125" b="0">
                <a:solidFill>
                  <a:srgbClr val="7B8790"/>
                </a:solidFill>
                <a:latin typeface="Arial"/>
                <a:ea typeface="Arial"/>
                <a:cs typeface="Arial"/>
              </a:defRPr>
            </a:lvl5pPr>
            <a:lvl6pPr>
              <a:defRPr sz="1125" b="0">
                <a:solidFill>
                  <a:srgbClr val="7B8790"/>
                </a:solidFill>
                <a:latin typeface="Arial"/>
                <a:ea typeface="Arial"/>
                <a:cs typeface="Arial"/>
              </a:defRPr>
            </a:lvl6pPr>
            <a:lvl7pPr>
              <a:defRPr sz="1125" b="0">
                <a:solidFill>
                  <a:srgbClr val="7B8790"/>
                </a:solidFill>
                <a:latin typeface="Arial"/>
                <a:ea typeface="Arial"/>
                <a:cs typeface="Arial"/>
              </a:defRPr>
            </a:lvl7pPr>
            <a:lvl8pPr>
              <a:defRPr sz="1125" b="0">
                <a:solidFill>
                  <a:srgbClr val="7B8790"/>
                </a:solidFill>
                <a:latin typeface="Arial"/>
                <a:ea typeface="Arial"/>
                <a:cs typeface="Arial"/>
              </a:defRPr>
            </a:lvl8pPr>
            <a:lvl9pPr>
              <a:defRPr sz="1125" b="0">
                <a:solidFill>
                  <a:srgbClr val="7B8790"/>
                </a:solidFill>
                <a:latin typeface="Arial"/>
                <a:ea typeface="Arial"/>
                <a:cs typeface="Arial"/>
              </a:defRPr>
            </a:lvl9pPr>
          </a:lstStyle>
          <a:p xmlns:a="http://schemas.openxmlformats.org/drawingml/2006/main">
            <a:pPr>
              <a:defRPr sz="1125" b="0">
                <a:solidFill>
                  <a:srgbClr val="7B8790"/>
                </a:solidFill>
                <a:latin typeface="Arial"/>
                <a:ea typeface="Arial"/>
                <a:cs typeface="Arial"/>
              </a:defRPr>
            </a:pPr>
            <a:r>
              <a:rPr sz="1125" b="0">
                <a:solidFill>
                  <a:srgbClr val="7B8790"/>
                </a:solidFill>
                <a:latin typeface="Arial"/>
                <a:ea typeface="Arial"/>
                <a:cs typeface="Arial"/>
              </a:rPr>
              <a:t>Clear spatial/projected events: 3196/2934</a:t>
            </a:r>
          </a:p>
        </p:txBody>
      </p:sp>
      <p:sp>
        <p:nvSpPr>
          <p:cNvPr id="14" name="κ = 2%, 20%, 100% controls relaxation eligibility. Curves connect">
            <a:extLst xmlns:a="http://schemas.openxmlformats.org/drawingml/2006/main">
              <a:ext uri="{FF2B5EF4-FFF2-40B4-BE49-F238E27FC236}">
                <a16:creationId xmlns:a16="http://schemas.microsoft.com/office/drawing/2014/main" id="{03C99E64-2437-4387-AE0B-4829A140C999}"/>
              </a:ext>
            </a:extLst>
          </p:cNvPr>
          <p:cNvSpPr>
            <a:spLocks xmlns:a="http://schemas.openxmlformats.org/drawingml/2006/main" noGrp="1"/>
          </p:cNvSpPr>
          <p:nvPr/>
        </p:nvSpPr>
        <p:spPr>
          <a:xfrm xmlns:a="http://schemas.openxmlformats.org/drawingml/2006/main">
            <a:off x="438150" y="6657975"/>
            <a:ext cx="1190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oAutofit/>
          </a:bodyPr>
          <a:lstStyle xmlns:a="http://schemas.openxmlformats.org/drawingml/2006/main">
            <a:defPPr>
              <a:defRPr sz="1350" b="0">
                <a:solidFill>
                  <a:srgbClr val="263238"/>
                </a:solidFill>
                <a:latin typeface="Arial"/>
                <a:ea typeface="Arial"/>
                <a:cs typeface="Arial"/>
              </a:defRPr>
            </a:defPPr>
            <a:lvl1pPr>
              <a:defRPr sz="1350" b="0">
                <a:solidFill>
                  <a:srgbClr val="263238"/>
                </a:solidFill>
                <a:latin typeface="Arial"/>
                <a:ea typeface="Arial"/>
                <a:cs typeface="Arial"/>
              </a:defRPr>
            </a:lvl1pPr>
            <a:lvl2pPr>
              <a:defRPr sz="1350" b="0">
                <a:solidFill>
                  <a:srgbClr val="263238"/>
                </a:solidFill>
                <a:latin typeface="Arial"/>
                <a:ea typeface="Arial"/>
                <a:cs typeface="Arial"/>
              </a:defRPr>
            </a:lvl2pPr>
            <a:lvl3pPr>
              <a:defRPr sz="1350" b="0">
                <a:solidFill>
                  <a:srgbClr val="263238"/>
                </a:solidFill>
                <a:latin typeface="Arial"/>
                <a:ea typeface="Arial"/>
                <a:cs typeface="Arial"/>
              </a:defRPr>
            </a:lvl3pPr>
            <a:lvl4pPr>
              <a:defRPr sz="1350" b="0">
                <a:solidFill>
                  <a:srgbClr val="263238"/>
                </a:solidFill>
                <a:latin typeface="Arial"/>
                <a:ea typeface="Arial"/>
                <a:cs typeface="Arial"/>
              </a:defRPr>
            </a:lvl4pPr>
            <a:lvl5pPr>
              <a:defRPr sz="1350" b="0">
                <a:solidFill>
                  <a:srgbClr val="263238"/>
                </a:solidFill>
                <a:latin typeface="Arial"/>
                <a:ea typeface="Arial"/>
                <a:cs typeface="Arial"/>
              </a:defRPr>
            </a:lvl5pPr>
            <a:lvl6pPr>
              <a:defRPr sz="1350" b="0">
                <a:solidFill>
                  <a:srgbClr val="263238"/>
                </a:solidFill>
                <a:latin typeface="Arial"/>
                <a:ea typeface="Arial"/>
                <a:cs typeface="Arial"/>
              </a:defRPr>
            </a:lvl6pPr>
            <a:lvl7pPr>
              <a:defRPr sz="1350" b="0">
                <a:solidFill>
                  <a:srgbClr val="263238"/>
                </a:solidFill>
                <a:latin typeface="Arial"/>
                <a:ea typeface="Arial"/>
                <a:cs typeface="Arial"/>
              </a:defRPr>
            </a:lvl7pPr>
            <a:lvl8pPr>
              <a:defRPr sz="1350" b="0">
                <a:solidFill>
                  <a:srgbClr val="263238"/>
                </a:solidFill>
                <a:latin typeface="Arial"/>
                <a:ea typeface="Arial"/>
                <a:cs typeface="Arial"/>
              </a:defRPr>
            </a:lvl8pPr>
            <a:lvl9pPr>
              <a:defRPr sz="1350" b="0">
                <a:solidFill>
                  <a:srgbClr val="263238"/>
                </a:solidFill>
                <a:latin typeface="Arial"/>
                <a:ea typeface="Arial"/>
                <a:cs typeface="Arial"/>
              </a:defRPr>
            </a:lvl9pPr>
          </a:lstStyle>
          <a:p xmlns:a="http://schemas.openxmlformats.org/drawingml/2006/main">
            <a:pPr>
              <a:defRPr sz="1350" b="0">
                <a:solidFill>
                  <a:srgbClr val="263238"/>
                </a:solidFill>
                <a:latin typeface="Arial"/>
                <a:ea typeface="Arial"/>
                <a:cs typeface="Arial"/>
              </a:defRPr>
            </a:pPr>
            <a:r>
              <a:rPr sz="1350" b="0">
                <a:solidFill>
                  <a:srgbClr val="263238"/>
                </a:solidFill>
                <a:latin typeface="Arial"/>
                <a:ea typeface="Arial"/>
                <a:cs typeface="Arial"/>
              </a:rPr>
              <a:t>κ = 2%, 20%, 100% controls relaxation eligibility. Curves connect achieved settings, not exact frontiers.</a:t>
            </a:r>
          </a:p>
        </p:txBody>
      </p:sp>
    </p:spTree>
    <p:extLst>
      <p:ext uri="{BB962C8B-B14F-4D97-AF65-F5344CB8AC3E}">
        <p14:creationId xmlns:p14="http://schemas.microsoft.com/office/powerpoint/2010/main" val="15394521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2026-10-22T17:38:38.8850000Z</dcterms:created>
  <dcterms:modified xsi:type="dcterms:W3CDTF">2026-10-22T17:38:38.8850000Z</dcterms:modified>
</coreProperties>
</file>